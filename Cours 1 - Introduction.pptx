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6" r:id="rId4"/>
    <p:sldMasterId id="2147483687" r:id="rId5"/>
    <p:sldMasterId id="214748368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y="5143500" cx="9144000"/>
  <p:notesSz cx="6858000" cy="9144000"/>
  <p:embeddedFontLst>
    <p:embeddedFont>
      <p:font typeface="Nunito"/>
      <p:regular r:id="rId62"/>
      <p:bold r:id="rId63"/>
      <p:italic r:id="rId64"/>
      <p:boldItalic r:id="rId65"/>
    </p:embeddedFont>
    <p:embeddedFont>
      <p:font typeface="Montserrat"/>
      <p:regular r:id="rId66"/>
      <p:bold r:id="rId67"/>
      <p:italic r:id="rId68"/>
      <p:boldItalic r:id="rId69"/>
    </p:embeddedFont>
    <p:embeddedFont>
      <p:font typeface="Lato"/>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Lato-boldItalic.fntdata"/><Relationship Id="rId72" Type="http://schemas.openxmlformats.org/officeDocument/2006/relationships/font" Target="fonts/Lato-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Lato-bold.fntdata"/><Relationship Id="rId70" Type="http://schemas.openxmlformats.org/officeDocument/2006/relationships/font" Target="fonts/Lato-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Nunito-regular.fntdata"/><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Nunito-italic.fntdata"/><Relationship Id="rId63" Type="http://schemas.openxmlformats.org/officeDocument/2006/relationships/font" Target="fonts/Nunito-bold.fntdata"/><Relationship Id="rId22" Type="http://schemas.openxmlformats.org/officeDocument/2006/relationships/slide" Target="slides/slide15.xml"/><Relationship Id="rId66" Type="http://schemas.openxmlformats.org/officeDocument/2006/relationships/font" Target="fonts/Montserrat-regular.fntdata"/><Relationship Id="rId21" Type="http://schemas.openxmlformats.org/officeDocument/2006/relationships/slide" Target="slides/slide14.xml"/><Relationship Id="rId65" Type="http://schemas.openxmlformats.org/officeDocument/2006/relationships/font" Target="fonts/Nunito-boldItalic.fntdata"/><Relationship Id="rId24" Type="http://schemas.openxmlformats.org/officeDocument/2006/relationships/slide" Target="slides/slide17.xml"/><Relationship Id="rId68" Type="http://schemas.openxmlformats.org/officeDocument/2006/relationships/font" Target="fonts/Montserrat-italic.fntdata"/><Relationship Id="rId23" Type="http://schemas.openxmlformats.org/officeDocument/2006/relationships/slide" Target="slides/slide16.xml"/><Relationship Id="rId67" Type="http://schemas.openxmlformats.org/officeDocument/2006/relationships/font" Target="fonts/Montserrat-bold.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Montserrat-bold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15fa39b0a4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15fa39b0a4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15fa39b0a4_0_1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15fa39b0a4_0_1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15fa39b0a4_0_1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15fa39b0a4_0_1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15fa39b0a4_0_1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15fa39b0a4_0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15fa39b0a4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15fa39b0a4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15fa39b0a4_0_1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15fa39b0a4_0_1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15fa39b0a4_0_1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15fa39b0a4_0_1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15fa39b0a4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15fa39b0a4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15fa39b0a4_0_1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15fa39b0a4_0_1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15fa39b0a4_0_1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15fa39b0a4_0_1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15fa39b0a4_0_1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15fa39b0a4_0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15fa39b0a4_0_1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15fa39b0a4_0_1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15fa39b0a4_0_1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15fa39b0a4_0_1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fr" sz="1300">
                <a:solidFill>
                  <a:schemeClr val="dk1"/>
                </a:solidFill>
                <a:latin typeface="Lato"/>
                <a:ea typeface="Lato"/>
                <a:cs typeface="Lato"/>
                <a:sym typeface="Lato"/>
              </a:rPr>
              <a:t>Ces exemples ne représentent qu'une fraction des nombreuses solutions SaaS RH disponibles. Il est important de prendre en compte les besoins spécifiques de votre organisation, ainsi que vos objectifs et contraintes budgétaires, lors du choix d'un SaaS RH. Il est également recommandé de consulter les avis des utilisateurs, de demander des démonstrations et de mener des évaluations approfondies avant de prendre une décision finale.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15fa39b0a4_0_1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15fa39b0a4_0_1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fr" sz="1300">
                <a:solidFill>
                  <a:schemeClr val="dk1"/>
                </a:solidFill>
                <a:latin typeface="Lato"/>
                <a:ea typeface="Lato"/>
                <a:cs typeface="Lato"/>
                <a:sym typeface="Lato"/>
              </a:rPr>
              <a:t>Ces exemples ne représentent qu'une fraction des nombreuses solutions SaaS RH disponibles. Il est important de prendre en compte les besoins spécifiques de votre organisation, ainsi que vos objectifs et contraintes budgétaires, lors du choix d'un SaaS RH. Il est également recommandé de consulter les avis des utilisateurs, de demander des démonstrations et de mener des évaluations approfondies avant de prendre une décision finale.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15fa39b0a4_0_1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15fa39b0a4_0_1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15fa39b0a4_0_1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15fa39b0a4_0_1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15fa39b0a4_0_1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15fa39b0a4_0_1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15fa39b0a4_0_1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15fa39b0a4_0_1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15fa39b0a4_0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15fa39b0a4_0_1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15fa39b0a4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15fa39b0a4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15fa39b0a4_0_1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15fa39b0a4_0_1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15fa39b0a4_0_1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15fa39b0a4_0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15fa39b0a4_0_1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15fa39b0a4_0_1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15fa39b0a4_0_1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15fa39b0a4_0_1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15fa39b0a4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15fa39b0a4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15fa39b0a4_0_1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15fa39b0a4_0_1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15fa39b0a4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15fa39b0a4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Runtimes : environnement d’éxécution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15fa39b0a4_0_1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15fa39b0a4_0_1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15fa39b0a4_0_1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15fa39b0a4_0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15fa39b0a4_0_1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315fa39b0a4_0_1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15fa39b0a4_0_1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315fa39b0a4_0_1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15fa39b0a4_0_1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315fa39b0a4_0_1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15fa39b0a4_0_1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15fa39b0a4_0_1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i="1" lang="fr" sz="1300">
                <a:solidFill>
                  <a:schemeClr val="dk1"/>
                </a:solidFill>
                <a:latin typeface="Lato"/>
                <a:ea typeface="Lato"/>
                <a:cs typeface="Lato"/>
                <a:sym typeface="Lato"/>
              </a:rPr>
              <a:t>Gestion du recrutement et de l'embauche :</a:t>
            </a:r>
            <a:r>
              <a:rPr lang="fr" sz="1300">
                <a:solidFill>
                  <a:schemeClr val="dk1"/>
                </a:solidFill>
                <a:latin typeface="Lato"/>
                <a:ea typeface="Lato"/>
                <a:cs typeface="Lato"/>
                <a:sym typeface="Lato"/>
              </a:rPr>
              <a:t> Il s'agit du processus de recherche, de sélection et d'embauche de nouveaux employés. Les SaaS RH offrent des fonctionnalités telles que la publication d'offres d'emploi, le suivi des candidatures, les tests en ligne, les entretiens vidéo, etc.</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15fa39b0a4_0_1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15fa39b0a4_0_1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fr" sz="1300">
                <a:solidFill>
                  <a:schemeClr val="dk1"/>
                </a:solidFill>
                <a:latin typeface="Lato"/>
                <a:ea typeface="Lato"/>
                <a:cs typeface="Lato"/>
                <a:sym typeface="Lato"/>
              </a:rPr>
              <a:t>Les SaaS RH proposent des fonctionnalités permettant de créer et de publier des offres d'emploi sur différentes plateformes, telles que les sites d'emploi, les réseaux sociaux professionnels, etc. Les RH peuvent facilement personnaliser les descriptions de poste, spécifier les compétences requises et définir les critères de sélection.</a:t>
            </a:r>
            <a:endParaRPr sz="13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lang="fr" sz="1300">
                <a:solidFill>
                  <a:schemeClr val="dk1"/>
                </a:solidFill>
                <a:latin typeface="Lato"/>
                <a:ea typeface="Lato"/>
                <a:cs typeface="Lato"/>
                <a:sym typeface="Lato"/>
              </a:rPr>
              <a:t>Exemple : Workday Recruitement</a:t>
            </a:r>
            <a:endParaRPr sz="1300">
              <a:solidFill>
                <a:schemeClr val="dk1"/>
              </a:solidFill>
              <a:latin typeface="Lato"/>
              <a:ea typeface="Lato"/>
              <a:cs typeface="Lato"/>
              <a:sym typeface="Lato"/>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15fa39b0a4_0_1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15fa39b0a4_0_1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fr" sz="1300">
                <a:solidFill>
                  <a:schemeClr val="dk1"/>
                </a:solidFill>
                <a:latin typeface="Lato"/>
                <a:ea typeface="Lato"/>
                <a:cs typeface="Lato"/>
                <a:sym typeface="Lato"/>
              </a:rPr>
              <a:t>Les SaaS RH proposent des fonctionnalités permettant de créer et de publier des offres d'emploi sur différentes plateformes, telles que les sites d'emploi, les réseaux sociaux professionnels, etc. Les RH peuvent facilement personnaliser les descriptions de poste, spécifier les compétences requises et définir les critères de sélection.</a:t>
            </a:r>
            <a:endParaRPr sz="13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lang="fr" sz="1300">
                <a:solidFill>
                  <a:schemeClr val="dk1"/>
                </a:solidFill>
                <a:latin typeface="Lato"/>
                <a:ea typeface="Lato"/>
                <a:cs typeface="Lato"/>
                <a:sym typeface="Lato"/>
              </a:rPr>
              <a:t>Exemple : Workday Recruitement</a:t>
            </a:r>
            <a:endParaRPr sz="1300">
              <a:solidFill>
                <a:schemeClr val="dk1"/>
              </a:solidFill>
              <a:latin typeface="Lato"/>
              <a:ea typeface="Lato"/>
              <a:cs typeface="Lato"/>
              <a:sym typeface="Lato"/>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15fa39b0a4_0_1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315fa39b0a4_0_1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15fa39b0a4_0_1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315fa39b0a4_0_1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HumanSourcing</a:t>
            </a:r>
            <a:endParaRPr/>
          </a:p>
          <a:p>
            <a:pPr indent="0" lvl="0" marL="0" rtl="0" algn="l">
              <a:spcBef>
                <a:spcPts val="0"/>
              </a:spcBef>
              <a:spcAft>
                <a:spcPts val="0"/>
              </a:spcAft>
              <a:buNone/>
            </a:pPr>
            <a:r>
              <a:t/>
            </a:r>
            <a:endParaRPr/>
          </a:p>
          <a:p>
            <a:pPr indent="0" lvl="0" marL="0" rtl="0" algn="just">
              <a:lnSpc>
                <a:spcPct val="115000"/>
              </a:lnSpc>
              <a:spcBef>
                <a:spcPts val="0"/>
              </a:spcBef>
              <a:spcAft>
                <a:spcPts val="0"/>
              </a:spcAft>
              <a:buClr>
                <a:schemeClr val="dk1"/>
              </a:buClr>
              <a:buSzPts val="1100"/>
              <a:buFont typeface="Arial"/>
              <a:buNone/>
            </a:pPr>
            <a:r>
              <a:rPr lang="fr" sz="1300">
                <a:solidFill>
                  <a:schemeClr val="dk1"/>
                </a:solidFill>
                <a:latin typeface="Lato"/>
                <a:ea typeface="Lato"/>
                <a:cs typeface="Lato"/>
                <a:sym typeface="Lato"/>
              </a:rPr>
              <a:t>Suivi des candidatures : Les SaaS RH permettent de suivre les candidatures tout au long du processus de recrutement. Les RH peuvent centraliser les candidatures, gérer les statuts, évaluer les candidats, planifier les entretiens et collaborer avec les gestionnaires et les membres de l'équipe de recrutement.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15fa39b0a4_0_1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315fa39b0a4_0_1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15fa39b0a4_0_1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315fa39b0a4_0_1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15fa39b0a4_0_1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15fa39b0a4_0_1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15fa39b0a4_0_1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315fa39b0a4_0_1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15fa39b0a4_0_1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315fa39b0a4_0_1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15fa39b0a4_0_1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315fa39b0a4_0_1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500"/>
              </a:spcBef>
              <a:spcAft>
                <a:spcPts val="0"/>
              </a:spcAft>
              <a:buClr>
                <a:schemeClr val="dk1"/>
              </a:buClr>
              <a:buSzPts val="1200"/>
              <a:buFont typeface="Calibri"/>
              <a:buAutoNum type="arabicPeriod"/>
            </a:pPr>
            <a:r>
              <a:rPr lang="fr" sz="1200">
                <a:solidFill>
                  <a:schemeClr val="dk1"/>
                </a:solidFill>
                <a:latin typeface="Calibri"/>
                <a:ea typeface="Calibri"/>
                <a:cs typeface="Calibri"/>
                <a:sym typeface="Calibri"/>
              </a:rPr>
              <a:t>Collecte et gestion des données : Les Systèmes d'informations industriels collectent et gèrent une multitude de données provenant de différentes sources au sein d'une entreprise industrielle. Cela inclut les données opérationnelles telles que les données de production, les données de qualité, les données logistiques, ainsi que les données issues des équipements industriels et des capteurs. Ces données sont ensuite structurées, stockées et traitées pour permettre une prise de décision éclairée.</a:t>
            </a:r>
            <a:endParaRPr>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15fa39b0a4_0_1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15fa39b0a4_0_1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15fa39b0a4_0_1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15fa39b0a4_0_1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15fa39b0a4_0_1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315fa39b0a4_0_1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15fa39b0a4_0_1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315fa39b0a4_0_1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15fa39b0a4_0_1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15fa39b0a4_0_1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15fa39b0a4_0_1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315fa39b0a4_0_1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15fa39b0a4_0_1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315fa39b0a4_0_1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315fa39b0a4_0_19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315fa39b0a4_0_19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h292d82353f2e3c3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h292d82353f2e3c3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h292d82353f2e3c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h292d82353f2e3c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h292d82353f2e3c3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h292d82353f2e3c3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54" name="Shape 54"/>
        <p:cNvGrpSpPr/>
        <p:nvPr/>
      </p:nvGrpSpPr>
      <p:grpSpPr>
        <a:xfrm>
          <a:off x="0" y="0"/>
          <a:ext cx="0" cy="0"/>
          <a:chOff x="0" y="0"/>
          <a:chExt cx="0" cy="0"/>
        </a:xfrm>
      </p:grpSpPr>
      <p:sp>
        <p:nvSpPr>
          <p:cNvPr id="55" name="Google Shape;55;p14"/>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 name="Google Shape;59;p14"/>
          <p:cNvGrpSpPr/>
          <p:nvPr/>
        </p:nvGrpSpPr>
        <p:grpSpPr>
          <a:xfrm>
            <a:off x="255200" y="592"/>
            <a:ext cx="2250363" cy="1044300"/>
            <a:chOff x="255200" y="592"/>
            <a:chExt cx="2250363" cy="1044300"/>
          </a:xfrm>
        </p:grpSpPr>
        <p:sp>
          <p:nvSpPr>
            <p:cNvPr id="60" name="Google Shape;60;p14"/>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 name="Google Shape;63;p14"/>
          <p:cNvGrpSpPr/>
          <p:nvPr/>
        </p:nvGrpSpPr>
        <p:grpSpPr>
          <a:xfrm>
            <a:off x="905395" y="592"/>
            <a:ext cx="2250363" cy="1044300"/>
            <a:chOff x="905395" y="592"/>
            <a:chExt cx="2250363" cy="1044300"/>
          </a:xfrm>
        </p:grpSpPr>
        <p:sp>
          <p:nvSpPr>
            <p:cNvPr id="64" name="Google Shape;64;p14"/>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14"/>
          <p:cNvGrpSpPr/>
          <p:nvPr/>
        </p:nvGrpSpPr>
        <p:grpSpPr>
          <a:xfrm>
            <a:off x="7057468" y="5088"/>
            <a:ext cx="1851282" cy="752108"/>
            <a:chOff x="6917201" y="0"/>
            <a:chExt cx="2227777" cy="863400"/>
          </a:xfrm>
        </p:grpSpPr>
        <p:sp>
          <p:nvSpPr>
            <p:cNvPr id="68" name="Google Shape;68;p14"/>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14"/>
          <p:cNvGrpSpPr/>
          <p:nvPr/>
        </p:nvGrpSpPr>
        <p:grpSpPr>
          <a:xfrm>
            <a:off x="6553032" y="4217852"/>
            <a:ext cx="2389068" cy="925737"/>
            <a:chOff x="6917201" y="0"/>
            <a:chExt cx="2227777" cy="863400"/>
          </a:xfrm>
        </p:grpSpPr>
        <p:sp>
          <p:nvSpPr>
            <p:cNvPr id="72" name="Google Shape;72;p14"/>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14"/>
          <p:cNvGrpSpPr/>
          <p:nvPr/>
        </p:nvGrpSpPr>
        <p:grpSpPr>
          <a:xfrm>
            <a:off x="199149" y="4055652"/>
            <a:ext cx="2795414" cy="1083308"/>
            <a:chOff x="6917201" y="0"/>
            <a:chExt cx="2227777" cy="863400"/>
          </a:xfrm>
        </p:grpSpPr>
        <p:sp>
          <p:nvSpPr>
            <p:cNvPr id="76" name="Google Shape;76;p14"/>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14"/>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80" name="Google Shape;80;p14"/>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81" name="Google Shape;81;p1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82" name="Shape 82"/>
        <p:cNvGrpSpPr/>
        <p:nvPr/>
      </p:nvGrpSpPr>
      <p:grpSpPr>
        <a:xfrm>
          <a:off x="0" y="0"/>
          <a:ext cx="0" cy="0"/>
          <a:chOff x="0" y="0"/>
          <a:chExt cx="0" cy="0"/>
        </a:xfrm>
      </p:grpSpPr>
      <p:sp>
        <p:nvSpPr>
          <p:cNvPr id="83" name="Google Shape;83;p15"/>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15"/>
          <p:cNvGrpSpPr/>
          <p:nvPr/>
        </p:nvGrpSpPr>
        <p:grpSpPr>
          <a:xfrm>
            <a:off x="5594191" y="3961115"/>
            <a:ext cx="2910145" cy="1182340"/>
            <a:chOff x="6917201" y="0"/>
            <a:chExt cx="2227777" cy="863400"/>
          </a:xfrm>
        </p:grpSpPr>
        <p:sp>
          <p:nvSpPr>
            <p:cNvPr id="85" name="Google Shape;85;p15"/>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 name="Google Shape;88;p15"/>
          <p:cNvGrpSpPr/>
          <p:nvPr/>
        </p:nvGrpSpPr>
        <p:grpSpPr>
          <a:xfrm>
            <a:off x="199149" y="2"/>
            <a:ext cx="2795414" cy="1083308"/>
            <a:chOff x="6917201" y="0"/>
            <a:chExt cx="2227777" cy="863400"/>
          </a:xfrm>
        </p:grpSpPr>
        <p:sp>
          <p:nvSpPr>
            <p:cNvPr id="89" name="Google Shape;89;p15"/>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 name="Google Shape;92;p15"/>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93" name="Google Shape;93;p1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94" name="Shape 94"/>
        <p:cNvGrpSpPr/>
        <p:nvPr/>
      </p:nvGrpSpPr>
      <p:grpSpPr>
        <a:xfrm>
          <a:off x="0" y="0"/>
          <a:ext cx="0" cy="0"/>
          <a:chOff x="0" y="0"/>
          <a:chExt cx="0" cy="0"/>
        </a:xfrm>
      </p:grpSpPr>
      <p:sp>
        <p:nvSpPr>
          <p:cNvPr id="95" name="Google Shape;95;p1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9" name="Google Shape;99;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0" name="Google Shape;100;p1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01" name="Shape 101"/>
        <p:cNvGrpSpPr/>
        <p:nvPr/>
      </p:nvGrpSpPr>
      <p:grpSpPr>
        <a:xfrm>
          <a:off x="0" y="0"/>
          <a:ext cx="0" cy="0"/>
          <a:chOff x="0" y="0"/>
          <a:chExt cx="0" cy="0"/>
        </a:xfrm>
      </p:grpSpPr>
      <p:sp>
        <p:nvSpPr>
          <p:cNvPr id="102" name="Google Shape;102;p1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6" name="Google Shape;106;p17"/>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7" name="Google Shape;107;p17"/>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8" name="Google Shape;108;p1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09" name="Shape 109"/>
        <p:cNvGrpSpPr/>
        <p:nvPr/>
      </p:nvGrpSpPr>
      <p:grpSpPr>
        <a:xfrm>
          <a:off x="0" y="0"/>
          <a:ext cx="0" cy="0"/>
          <a:chOff x="0" y="0"/>
          <a:chExt cx="0" cy="0"/>
        </a:xfrm>
      </p:grpSpPr>
      <p:sp>
        <p:nvSpPr>
          <p:cNvPr id="110" name="Google Shape;110;p18"/>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8"/>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4" name="Google Shape;114;p1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115" name="Shape 115"/>
        <p:cNvGrpSpPr/>
        <p:nvPr/>
      </p:nvGrpSpPr>
      <p:grpSpPr>
        <a:xfrm>
          <a:off x="0" y="0"/>
          <a:ext cx="0" cy="0"/>
          <a:chOff x="0" y="0"/>
          <a:chExt cx="0" cy="0"/>
        </a:xfrm>
      </p:grpSpPr>
      <p:sp>
        <p:nvSpPr>
          <p:cNvPr id="116" name="Google Shape;116;p1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9"/>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0" name="Google Shape;120;p19"/>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1" name="Google Shape;121;p1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122" name="Shape 122"/>
        <p:cNvGrpSpPr/>
        <p:nvPr/>
      </p:nvGrpSpPr>
      <p:grpSpPr>
        <a:xfrm>
          <a:off x="0" y="0"/>
          <a:ext cx="0" cy="0"/>
          <a:chOff x="0" y="0"/>
          <a:chExt cx="0" cy="0"/>
        </a:xfrm>
      </p:grpSpPr>
      <p:sp>
        <p:nvSpPr>
          <p:cNvPr id="123" name="Google Shape;123;p20"/>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20"/>
          <p:cNvGrpSpPr/>
          <p:nvPr/>
        </p:nvGrpSpPr>
        <p:grpSpPr>
          <a:xfrm>
            <a:off x="255991" y="-118"/>
            <a:ext cx="2251347" cy="1043408"/>
            <a:chOff x="3961956" y="4383950"/>
            <a:chExt cx="1160548" cy="548700"/>
          </a:xfrm>
        </p:grpSpPr>
        <p:sp>
          <p:nvSpPr>
            <p:cNvPr id="126" name="Google Shape;126;p20"/>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2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 name="Google Shape;130;p20"/>
          <p:cNvGrpSpPr/>
          <p:nvPr/>
        </p:nvGrpSpPr>
        <p:grpSpPr>
          <a:xfrm>
            <a:off x="34934" y="4522125"/>
            <a:ext cx="1593306" cy="617072"/>
            <a:chOff x="6917201" y="0"/>
            <a:chExt cx="2227777" cy="863400"/>
          </a:xfrm>
        </p:grpSpPr>
        <p:sp>
          <p:nvSpPr>
            <p:cNvPr id="131" name="Google Shape;131;p20"/>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20"/>
          <p:cNvGrpSpPr/>
          <p:nvPr/>
        </p:nvGrpSpPr>
        <p:grpSpPr>
          <a:xfrm>
            <a:off x="5886353" y="1243"/>
            <a:ext cx="3257455" cy="1261514"/>
            <a:chOff x="6917201" y="0"/>
            <a:chExt cx="2227777" cy="863400"/>
          </a:xfrm>
        </p:grpSpPr>
        <p:sp>
          <p:nvSpPr>
            <p:cNvPr id="135" name="Google Shape;135;p20"/>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0"/>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 name="Google Shape;138;p20"/>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139" name="Google Shape;139;p2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40" name="Shape 140"/>
        <p:cNvGrpSpPr/>
        <p:nvPr/>
      </p:nvGrpSpPr>
      <p:grpSpPr>
        <a:xfrm>
          <a:off x="0" y="0"/>
          <a:ext cx="0" cy="0"/>
          <a:chOff x="0" y="0"/>
          <a:chExt cx="0" cy="0"/>
        </a:xfrm>
      </p:grpSpPr>
      <p:sp>
        <p:nvSpPr>
          <p:cNvPr id="141" name="Google Shape;141;p2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1"/>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45" name="Google Shape;145;p21"/>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46" name="Google Shape;146;p21"/>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7" name="Google Shape;147;p2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48" name="Shape 148"/>
        <p:cNvGrpSpPr/>
        <p:nvPr/>
      </p:nvGrpSpPr>
      <p:grpSpPr>
        <a:xfrm>
          <a:off x="0" y="0"/>
          <a:ext cx="0" cy="0"/>
          <a:chOff x="0" y="0"/>
          <a:chExt cx="0" cy="0"/>
        </a:xfrm>
      </p:grpSpPr>
      <p:sp>
        <p:nvSpPr>
          <p:cNvPr id="149" name="Google Shape;149;p22"/>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2"/>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2"/>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53" name="Google Shape;153;p2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54" name="Shape 154"/>
        <p:cNvGrpSpPr/>
        <p:nvPr/>
      </p:nvGrpSpPr>
      <p:grpSpPr>
        <a:xfrm>
          <a:off x="0" y="0"/>
          <a:ext cx="0" cy="0"/>
          <a:chOff x="0" y="0"/>
          <a:chExt cx="0" cy="0"/>
        </a:xfrm>
      </p:grpSpPr>
      <p:sp>
        <p:nvSpPr>
          <p:cNvPr id="155" name="Google Shape;155;p23"/>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 name="Google Shape;156;p23"/>
          <p:cNvGrpSpPr/>
          <p:nvPr/>
        </p:nvGrpSpPr>
        <p:grpSpPr>
          <a:xfrm>
            <a:off x="5959222" y="4119576"/>
            <a:ext cx="2520952" cy="1024165"/>
            <a:chOff x="6917201" y="0"/>
            <a:chExt cx="2227777" cy="863400"/>
          </a:xfrm>
        </p:grpSpPr>
        <p:sp>
          <p:nvSpPr>
            <p:cNvPr id="157" name="Google Shape;157;p2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 name="Google Shape;160;p23"/>
          <p:cNvGrpSpPr/>
          <p:nvPr/>
        </p:nvGrpSpPr>
        <p:grpSpPr>
          <a:xfrm>
            <a:off x="199149" y="2"/>
            <a:ext cx="2795414" cy="1083308"/>
            <a:chOff x="6917201" y="0"/>
            <a:chExt cx="2227777" cy="863400"/>
          </a:xfrm>
        </p:grpSpPr>
        <p:sp>
          <p:nvSpPr>
            <p:cNvPr id="161" name="Google Shape;161;p2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23"/>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65" name="Google Shape;165;p23"/>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66" name="Google Shape;166;p2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7" name="Shape 167"/>
        <p:cNvGrpSpPr/>
        <p:nvPr/>
      </p:nvGrpSpPr>
      <p:grpSpPr>
        <a:xfrm>
          <a:off x="0" y="0"/>
          <a:ext cx="0" cy="0"/>
          <a:chOff x="0" y="0"/>
          <a:chExt cx="0" cy="0"/>
        </a:xfrm>
      </p:grpSpPr>
      <p:sp>
        <p:nvSpPr>
          <p:cNvPr id="168" name="Google Shape;168;p2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169" name="Shape 169"/>
        <p:cNvGrpSpPr/>
        <p:nvPr/>
      </p:nvGrpSpPr>
      <p:grpSpPr>
        <a:xfrm>
          <a:off x="0" y="0"/>
          <a:ext cx="0" cy="0"/>
          <a:chOff x="0" y="0"/>
          <a:chExt cx="0" cy="0"/>
        </a:xfrm>
      </p:grpSpPr>
      <p:grpSp>
        <p:nvGrpSpPr>
          <p:cNvPr id="170" name="Google Shape;170;p25"/>
          <p:cNvGrpSpPr/>
          <p:nvPr/>
        </p:nvGrpSpPr>
        <p:grpSpPr>
          <a:xfrm>
            <a:off x="4406400" y="0"/>
            <a:ext cx="4737600" cy="5143065"/>
            <a:chOff x="4406400" y="0"/>
            <a:chExt cx="4737600" cy="5143065"/>
          </a:xfrm>
        </p:grpSpPr>
        <p:sp>
          <p:nvSpPr>
            <p:cNvPr id="171" name="Google Shape;171;p25"/>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5"/>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5"/>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5"/>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5"/>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5"/>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5"/>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5"/>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5"/>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5"/>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5"/>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5"/>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5"/>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5"/>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5"/>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5"/>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5"/>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190" name="Google Shape;190;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5" name="Shape 195"/>
        <p:cNvGrpSpPr/>
        <p:nvPr/>
      </p:nvGrpSpPr>
      <p:grpSpPr>
        <a:xfrm>
          <a:off x="0" y="0"/>
          <a:ext cx="0" cy="0"/>
          <a:chOff x="0" y="0"/>
          <a:chExt cx="0" cy="0"/>
        </a:xfrm>
      </p:grpSpPr>
      <p:pic>
        <p:nvPicPr>
          <p:cNvPr descr="offset_comp_406605.jpg" id="196" name="Google Shape;196;p27"/>
          <p:cNvPicPr preferRelativeResize="0"/>
          <p:nvPr/>
        </p:nvPicPr>
        <p:blipFill rotWithShape="1">
          <a:blip r:embed="rId2">
            <a:alphaModFix amt="66000"/>
          </a:blip>
          <a:srcRect b="39566" l="20992" r="40113" t="2691"/>
          <a:stretch/>
        </p:blipFill>
        <p:spPr>
          <a:xfrm>
            <a:off x="0" y="0"/>
            <a:ext cx="5157900" cy="5143500"/>
          </a:xfrm>
          <a:prstGeom prst="rtTriangle">
            <a:avLst/>
          </a:prstGeom>
          <a:noFill/>
          <a:ln>
            <a:noFill/>
          </a:ln>
        </p:spPr>
      </p:pic>
      <p:pic>
        <p:nvPicPr>
          <p:cNvPr descr="offset_comp_342327_edtied.jpg" id="197" name="Google Shape;197;p27"/>
          <p:cNvPicPr preferRelativeResize="0"/>
          <p:nvPr/>
        </p:nvPicPr>
        <p:blipFill rotWithShape="1">
          <a:blip r:embed="rId3">
            <a:alphaModFix amt="31000"/>
          </a:blip>
          <a:srcRect b="11298" l="14010" r="43290" t="35834"/>
          <a:stretch/>
        </p:blipFill>
        <p:spPr>
          <a:xfrm rot="10800000">
            <a:off x="6976800" y="-25"/>
            <a:ext cx="2167200" cy="2012700"/>
          </a:xfrm>
          <a:prstGeom prst="rtTriangle">
            <a:avLst/>
          </a:prstGeom>
          <a:noFill/>
          <a:ln>
            <a:noFill/>
          </a:ln>
        </p:spPr>
      </p:pic>
      <p:sp>
        <p:nvSpPr>
          <p:cNvPr id="198" name="Google Shape;198;p27"/>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99" name="Google Shape;199;p27"/>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200" name="Google Shape;200;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201" name="Google Shape;201;p27"/>
          <p:cNvSpPr/>
          <p:nvPr/>
        </p:nvSpPr>
        <p:spPr>
          <a:xfrm rot="-5400000">
            <a:off x="5846" y="-4836"/>
            <a:ext cx="22914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7"/>
          <p:cNvSpPr/>
          <p:nvPr/>
        </p:nvSpPr>
        <p:spPr>
          <a:xfrm flipH="1">
            <a:off x="652821" y="576768"/>
            <a:ext cx="2300100" cy="22914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3" name="Shape 203"/>
        <p:cNvGrpSpPr/>
        <p:nvPr/>
      </p:nvGrpSpPr>
      <p:grpSpPr>
        <a:xfrm>
          <a:off x="0" y="0"/>
          <a:ext cx="0" cy="0"/>
          <a:chOff x="0" y="0"/>
          <a:chExt cx="0" cy="0"/>
        </a:xfrm>
      </p:grpSpPr>
      <p:grpSp>
        <p:nvGrpSpPr>
          <p:cNvPr id="204" name="Google Shape;204;p28"/>
          <p:cNvGrpSpPr/>
          <p:nvPr/>
        </p:nvGrpSpPr>
        <p:grpSpPr>
          <a:xfrm>
            <a:off x="4406400" y="0"/>
            <a:ext cx="4737600" cy="5143065"/>
            <a:chOff x="4406400" y="0"/>
            <a:chExt cx="4737600" cy="5143065"/>
          </a:xfrm>
        </p:grpSpPr>
        <p:sp>
          <p:nvSpPr>
            <p:cNvPr id="205" name="Google Shape;205;p28"/>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8"/>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8"/>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8"/>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8"/>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8"/>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8"/>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8"/>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8"/>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8"/>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8"/>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8"/>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8"/>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8"/>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8"/>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8"/>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8"/>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3" name="Google Shape;223;p28"/>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4" name="Google Shape;224;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225" name="Google Shape;225;p28"/>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8"/>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8"/>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8"/>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229" name="Shape 229"/>
        <p:cNvGrpSpPr/>
        <p:nvPr/>
      </p:nvGrpSpPr>
      <p:grpSpPr>
        <a:xfrm>
          <a:off x="0" y="0"/>
          <a:ext cx="0" cy="0"/>
          <a:chOff x="0" y="0"/>
          <a:chExt cx="0" cy="0"/>
        </a:xfrm>
      </p:grpSpPr>
      <p:grpSp>
        <p:nvGrpSpPr>
          <p:cNvPr id="230" name="Google Shape;230;p29"/>
          <p:cNvGrpSpPr/>
          <p:nvPr/>
        </p:nvGrpSpPr>
        <p:grpSpPr>
          <a:xfrm>
            <a:off x="4406400" y="0"/>
            <a:ext cx="4737600" cy="5143065"/>
            <a:chOff x="4406400" y="0"/>
            <a:chExt cx="4737600" cy="5143065"/>
          </a:xfrm>
        </p:grpSpPr>
        <p:sp>
          <p:nvSpPr>
            <p:cNvPr id="231" name="Google Shape;231;p29"/>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9"/>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9"/>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9"/>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9"/>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9"/>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9"/>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9"/>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9"/>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9"/>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9"/>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9"/>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9"/>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9"/>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9"/>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9"/>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9"/>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9" name="Google Shape;249;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250" name="Google Shape;250;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1" name="Shape 251"/>
        <p:cNvGrpSpPr/>
        <p:nvPr/>
      </p:nvGrpSpPr>
      <p:grpSpPr>
        <a:xfrm>
          <a:off x="0" y="0"/>
          <a:ext cx="0" cy="0"/>
          <a:chOff x="0" y="0"/>
          <a:chExt cx="0" cy="0"/>
        </a:xfrm>
      </p:grpSpPr>
      <p:sp>
        <p:nvSpPr>
          <p:cNvPr id="252" name="Google Shape;252;p30"/>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0"/>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0"/>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0"/>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 name="Google Shape;256;p30"/>
          <p:cNvGrpSpPr/>
          <p:nvPr/>
        </p:nvGrpSpPr>
        <p:grpSpPr>
          <a:xfrm>
            <a:off x="0" y="381001"/>
            <a:ext cx="1037850" cy="1016287"/>
            <a:chOff x="0" y="381001"/>
            <a:chExt cx="1037850" cy="1016287"/>
          </a:xfrm>
        </p:grpSpPr>
        <p:sp>
          <p:nvSpPr>
            <p:cNvPr id="257" name="Google Shape;257;p3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9" name="Google Shape;259;p3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60" name="Google Shape;260;p3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61" name="Google Shape;261;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262" name="Shape 262"/>
        <p:cNvGrpSpPr/>
        <p:nvPr/>
      </p:nvGrpSpPr>
      <p:grpSpPr>
        <a:xfrm>
          <a:off x="0" y="0"/>
          <a:ext cx="0" cy="0"/>
          <a:chOff x="0" y="0"/>
          <a:chExt cx="0" cy="0"/>
        </a:xfrm>
      </p:grpSpPr>
      <p:sp>
        <p:nvSpPr>
          <p:cNvPr id="263" name="Google Shape;263;p31"/>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4" name="Google Shape;264;p31"/>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1"/>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1600"/>
              </a:spcBef>
              <a:spcAft>
                <a:spcPts val="0"/>
              </a:spcAft>
              <a:buClr>
                <a:schemeClr val="dk1"/>
              </a:buClr>
              <a:buSzPts val="1100"/>
              <a:buChar char="○"/>
              <a:defRPr>
                <a:solidFill>
                  <a:schemeClr val="dk1"/>
                </a:solidFill>
              </a:defRPr>
            </a:lvl2pPr>
            <a:lvl3pPr indent="-298450" lvl="2" marL="1371600">
              <a:spcBef>
                <a:spcPts val="1600"/>
              </a:spcBef>
              <a:spcAft>
                <a:spcPts val="0"/>
              </a:spcAft>
              <a:buClr>
                <a:schemeClr val="dk1"/>
              </a:buClr>
              <a:buSzPts val="1100"/>
              <a:buChar char="■"/>
              <a:defRPr>
                <a:solidFill>
                  <a:schemeClr val="dk1"/>
                </a:solidFill>
              </a:defRPr>
            </a:lvl3pPr>
            <a:lvl4pPr indent="-298450" lvl="3" marL="1828800">
              <a:spcBef>
                <a:spcPts val="1600"/>
              </a:spcBef>
              <a:spcAft>
                <a:spcPts val="0"/>
              </a:spcAft>
              <a:buClr>
                <a:schemeClr val="dk1"/>
              </a:buClr>
              <a:buSzPts val="1100"/>
              <a:buChar char="●"/>
              <a:defRPr>
                <a:solidFill>
                  <a:schemeClr val="dk1"/>
                </a:solidFill>
              </a:defRPr>
            </a:lvl4pPr>
            <a:lvl5pPr indent="-298450" lvl="4" marL="2286000">
              <a:spcBef>
                <a:spcPts val="1600"/>
              </a:spcBef>
              <a:spcAft>
                <a:spcPts val="0"/>
              </a:spcAft>
              <a:buClr>
                <a:schemeClr val="dk1"/>
              </a:buClr>
              <a:buSzPts val="1100"/>
              <a:buChar char="○"/>
              <a:defRPr>
                <a:solidFill>
                  <a:schemeClr val="dk1"/>
                </a:solidFill>
              </a:defRPr>
            </a:lvl5pPr>
            <a:lvl6pPr indent="-298450" lvl="5" marL="2743200">
              <a:spcBef>
                <a:spcPts val="1600"/>
              </a:spcBef>
              <a:spcAft>
                <a:spcPts val="0"/>
              </a:spcAft>
              <a:buClr>
                <a:schemeClr val="dk1"/>
              </a:buClr>
              <a:buSzPts val="1100"/>
              <a:buChar char="■"/>
              <a:defRPr>
                <a:solidFill>
                  <a:schemeClr val="dk1"/>
                </a:solidFill>
              </a:defRPr>
            </a:lvl6pPr>
            <a:lvl7pPr indent="-298450" lvl="6" marL="3200400">
              <a:spcBef>
                <a:spcPts val="1600"/>
              </a:spcBef>
              <a:spcAft>
                <a:spcPts val="0"/>
              </a:spcAft>
              <a:buClr>
                <a:schemeClr val="dk1"/>
              </a:buClr>
              <a:buSzPts val="1100"/>
              <a:buChar char="●"/>
              <a:defRPr>
                <a:solidFill>
                  <a:schemeClr val="dk1"/>
                </a:solidFill>
              </a:defRPr>
            </a:lvl7pPr>
            <a:lvl8pPr indent="-298450" lvl="7" marL="3657600">
              <a:spcBef>
                <a:spcPts val="1600"/>
              </a:spcBef>
              <a:spcAft>
                <a:spcPts val="0"/>
              </a:spcAft>
              <a:buClr>
                <a:schemeClr val="dk1"/>
              </a:buClr>
              <a:buSzPts val="1100"/>
              <a:buChar char="○"/>
              <a:defRPr>
                <a:solidFill>
                  <a:schemeClr val="dk1"/>
                </a:solidFill>
              </a:defRPr>
            </a:lvl8pPr>
            <a:lvl9pPr indent="-298450" lvl="8" marL="4114800">
              <a:spcBef>
                <a:spcPts val="1600"/>
              </a:spcBef>
              <a:spcAft>
                <a:spcPts val="1600"/>
              </a:spcAft>
              <a:buClr>
                <a:schemeClr val="dk1"/>
              </a:buClr>
              <a:buSzPts val="1100"/>
              <a:buChar char="■"/>
              <a:defRPr>
                <a:solidFill>
                  <a:schemeClr val="dk1"/>
                </a:solidFill>
              </a:defRPr>
            </a:lvl9pPr>
          </a:lstStyle>
          <a:p/>
        </p:txBody>
      </p:sp>
      <p:sp>
        <p:nvSpPr>
          <p:cNvPr id="266" name="Google Shape;266;p31"/>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1"/>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1"/>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1"/>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31"/>
          <p:cNvGrpSpPr/>
          <p:nvPr/>
        </p:nvGrpSpPr>
        <p:grpSpPr>
          <a:xfrm>
            <a:off x="0" y="381001"/>
            <a:ext cx="1037850" cy="1016287"/>
            <a:chOff x="0" y="381001"/>
            <a:chExt cx="1037850" cy="1016287"/>
          </a:xfrm>
        </p:grpSpPr>
        <p:sp>
          <p:nvSpPr>
            <p:cNvPr id="271" name="Google Shape;271;p3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3" name="Google Shape;273;p31"/>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274" name="Google Shape;27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275" name="Shape 275"/>
        <p:cNvGrpSpPr/>
        <p:nvPr/>
      </p:nvGrpSpPr>
      <p:grpSpPr>
        <a:xfrm>
          <a:off x="0" y="0"/>
          <a:ext cx="0" cy="0"/>
          <a:chOff x="0" y="0"/>
          <a:chExt cx="0" cy="0"/>
        </a:xfrm>
      </p:grpSpPr>
      <p:sp>
        <p:nvSpPr>
          <p:cNvPr id="276" name="Google Shape;276;p32"/>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7" name="Google Shape;277;p32"/>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2"/>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2"/>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2"/>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2"/>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 name="Google Shape;282;p32"/>
          <p:cNvGrpSpPr/>
          <p:nvPr/>
        </p:nvGrpSpPr>
        <p:grpSpPr>
          <a:xfrm>
            <a:off x="0" y="381001"/>
            <a:ext cx="1037850" cy="1016287"/>
            <a:chOff x="0" y="381001"/>
            <a:chExt cx="1037850" cy="1016287"/>
          </a:xfrm>
        </p:grpSpPr>
        <p:sp>
          <p:nvSpPr>
            <p:cNvPr id="283" name="Google Shape;283;p3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 name="Google Shape;285;p32"/>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286" name="Google Shape;286;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287" name="Google Shape;287;p32"/>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1600"/>
              </a:spcBef>
              <a:spcAft>
                <a:spcPts val="0"/>
              </a:spcAft>
              <a:buClr>
                <a:schemeClr val="dk1"/>
              </a:buClr>
              <a:buSzPts val="1100"/>
              <a:buChar char="○"/>
              <a:defRPr>
                <a:solidFill>
                  <a:schemeClr val="dk1"/>
                </a:solidFill>
              </a:defRPr>
            </a:lvl2pPr>
            <a:lvl3pPr indent="-298450" lvl="2" marL="1371600">
              <a:spcBef>
                <a:spcPts val="1600"/>
              </a:spcBef>
              <a:spcAft>
                <a:spcPts val="0"/>
              </a:spcAft>
              <a:buClr>
                <a:schemeClr val="dk1"/>
              </a:buClr>
              <a:buSzPts val="1100"/>
              <a:buChar char="■"/>
              <a:defRPr>
                <a:solidFill>
                  <a:schemeClr val="dk1"/>
                </a:solidFill>
              </a:defRPr>
            </a:lvl3pPr>
            <a:lvl4pPr indent="-298450" lvl="3" marL="1828800">
              <a:spcBef>
                <a:spcPts val="1600"/>
              </a:spcBef>
              <a:spcAft>
                <a:spcPts val="0"/>
              </a:spcAft>
              <a:buClr>
                <a:schemeClr val="dk1"/>
              </a:buClr>
              <a:buSzPts val="1100"/>
              <a:buChar char="●"/>
              <a:defRPr>
                <a:solidFill>
                  <a:schemeClr val="dk1"/>
                </a:solidFill>
              </a:defRPr>
            </a:lvl4pPr>
            <a:lvl5pPr indent="-298450" lvl="4" marL="2286000">
              <a:spcBef>
                <a:spcPts val="1600"/>
              </a:spcBef>
              <a:spcAft>
                <a:spcPts val="0"/>
              </a:spcAft>
              <a:buClr>
                <a:schemeClr val="dk1"/>
              </a:buClr>
              <a:buSzPts val="1100"/>
              <a:buChar char="○"/>
              <a:defRPr>
                <a:solidFill>
                  <a:schemeClr val="dk1"/>
                </a:solidFill>
              </a:defRPr>
            </a:lvl5pPr>
            <a:lvl6pPr indent="-298450" lvl="5" marL="2743200">
              <a:spcBef>
                <a:spcPts val="1600"/>
              </a:spcBef>
              <a:spcAft>
                <a:spcPts val="0"/>
              </a:spcAft>
              <a:buClr>
                <a:schemeClr val="dk1"/>
              </a:buClr>
              <a:buSzPts val="1100"/>
              <a:buChar char="■"/>
              <a:defRPr>
                <a:solidFill>
                  <a:schemeClr val="dk1"/>
                </a:solidFill>
              </a:defRPr>
            </a:lvl6pPr>
            <a:lvl7pPr indent="-298450" lvl="6" marL="3200400">
              <a:spcBef>
                <a:spcPts val="1600"/>
              </a:spcBef>
              <a:spcAft>
                <a:spcPts val="0"/>
              </a:spcAft>
              <a:buClr>
                <a:schemeClr val="dk1"/>
              </a:buClr>
              <a:buSzPts val="1100"/>
              <a:buChar char="●"/>
              <a:defRPr>
                <a:solidFill>
                  <a:schemeClr val="dk1"/>
                </a:solidFill>
              </a:defRPr>
            </a:lvl7pPr>
            <a:lvl8pPr indent="-298450" lvl="7" marL="3657600">
              <a:spcBef>
                <a:spcPts val="1600"/>
              </a:spcBef>
              <a:spcAft>
                <a:spcPts val="0"/>
              </a:spcAft>
              <a:buClr>
                <a:schemeClr val="dk1"/>
              </a:buClr>
              <a:buSzPts val="1100"/>
              <a:buChar char="○"/>
              <a:defRPr>
                <a:solidFill>
                  <a:schemeClr val="dk1"/>
                </a:solidFill>
              </a:defRPr>
            </a:lvl8pPr>
            <a:lvl9pPr indent="-298450" lvl="8" marL="4114800">
              <a:spcBef>
                <a:spcPts val="1600"/>
              </a:spcBef>
              <a:spcAft>
                <a:spcPts val="1600"/>
              </a:spcAft>
              <a:buClr>
                <a:schemeClr val="dk1"/>
              </a:buClr>
              <a:buSzPts val="1100"/>
              <a:buChar char="■"/>
              <a:defRPr>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8" name="Shape 288"/>
        <p:cNvGrpSpPr/>
        <p:nvPr/>
      </p:nvGrpSpPr>
      <p:grpSpPr>
        <a:xfrm>
          <a:off x="0" y="0"/>
          <a:ext cx="0" cy="0"/>
          <a:chOff x="0" y="0"/>
          <a:chExt cx="0" cy="0"/>
        </a:xfrm>
      </p:grpSpPr>
      <p:sp>
        <p:nvSpPr>
          <p:cNvPr id="289" name="Google Shape;289;p33"/>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3"/>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3"/>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 name="Google Shape;293;p33"/>
          <p:cNvGrpSpPr/>
          <p:nvPr/>
        </p:nvGrpSpPr>
        <p:grpSpPr>
          <a:xfrm>
            <a:off x="0" y="381001"/>
            <a:ext cx="1037850" cy="1016287"/>
            <a:chOff x="0" y="381001"/>
            <a:chExt cx="1037850" cy="1016287"/>
          </a:xfrm>
        </p:grpSpPr>
        <p:sp>
          <p:nvSpPr>
            <p:cNvPr id="294" name="Google Shape;294;p3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 name="Google Shape;296;p3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7" name="Google Shape;297;p33"/>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98" name="Google Shape;298;p33"/>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99" name="Google Shape;299;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0" name="Shape 300"/>
        <p:cNvGrpSpPr/>
        <p:nvPr/>
      </p:nvGrpSpPr>
      <p:grpSpPr>
        <a:xfrm>
          <a:off x="0" y="0"/>
          <a:ext cx="0" cy="0"/>
          <a:chOff x="0" y="0"/>
          <a:chExt cx="0" cy="0"/>
        </a:xfrm>
      </p:grpSpPr>
      <p:sp>
        <p:nvSpPr>
          <p:cNvPr id="301" name="Google Shape;301;p34"/>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4"/>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4"/>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4"/>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5" name="Google Shape;305;p34"/>
          <p:cNvGrpSpPr/>
          <p:nvPr/>
        </p:nvGrpSpPr>
        <p:grpSpPr>
          <a:xfrm>
            <a:off x="0" y="381001"/>
            <a:ext cx="1037850" cy="1016287"/>
            <a:chOff x="0" y="381001"/>
            <a:chExt cx="1037850" cy="1016287"/>
          </a:xfrm>
        </p:grpSpPr>
        <p:sp>
          <p:nvSpPr>
            <p:cNvPr id="306" name="Google Shape;306;p3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8" name="Google Shape;308;p3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9" name="Google Shape;309;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0" name="Shape 310"/>
        <p:cNvGrpSpPr/>
        <p:nvPr/>
      </p:nvGrpSpPr>
      <p:grpSpPr>
        <a:xfrm>
          <a:off x="0" y="0"/>
          <a:ext cx="0" cy="0"/>
          <a:chOff x="0" y="0"/>
          <a:chExt cx="0" cy="0"/>
        </a:xfrm>
      </p:grpSpPr>
      <p:sp>
        <p:nvSpPr>
          <p:cNvPr id="311" name="Google Shape;311;p35"/>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5"/>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5"/>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5"/>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5" name="Google Shape;315;p35"/>
          <p:cNvGrpSpPr/>
          <p:nvPr/>
        </p:nvGrpSpPr>
        <p:grpSpPr>
          <a:xfrm>
            <a:off x="0" y="381001"/>
            <a:ext cx="1037850" cy="1016287"/>
            <a:chOff x="0" y="381001"/>
            <a:chExt cx="1037850" cy="1016287"/>
          </a:xfrm>
        </p:grpSpPr>
        <p:sp>
          <p:nvSpPr>
            <p:cNvPr id="316" name="Google Shape;316;p3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8" name="Google Shape;318;p35"/>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9" name="Google Shape;319;p35"/>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0" name="Google Shape;320;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1" name="Shape 321"/>
        <p:cNvGrpSpPr/>
        <p:nvPr/>
      </p:nvGrpSpPr>
      <p:grpSpPr>
        <a:xfrm>
          <a:off x="0" y="0"/>
          <a:ext cx="0" cy="0"/>
          <a:chOff x="0" y="0"/>
          <a:chExt cx="0" cy="0"/>
        </a:xfrm>
      </p:grpSpPr>
      <p:sp>
        <p:nvSpPr>
          <p:cNvPr id="322" name="Google Shape;322;p36"/>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6"/>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6"/>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6"/>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 name="Google Shape;326;p36"/>
          <p:cNvGrpSpPr/>
          <p:nvPr/>
        </p:nvGrpSpPr>
        <p:grpSpPr>
          <a:xfrm>
            <a:off x="4406400" y="0"/>
            <a:ext cx="4737600" cy="5143500"/>
            <a:chOff x="4406400" y="0"/>
            <a:chExt cx="4737600" cy="5143500"/>
          </a:xfrm>
        </p:grpSpPr>
        <p:sp>
          <p:nvSpPr>
            <p:cNvPr id="327" name="Google Shape;327;p36"/>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6"/>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6"/>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6"/>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6"/>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6"/>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6"/>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6"/>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6"/>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6"/>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6"/>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6"/>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6"/>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6"/>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6"/>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6"/>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6"/>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6"/>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5" name="Google Shape;345;p36"/>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6" name="Google Shape;346;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7" name="Shape 347"/>
        <p:cNvGrpSpPr/>
        <p:nvPr/>
      </p:nvGrpSpPr>
      <p:grpSpPr>
        <a:xfrm>
          <a:off x="0" y="0"/>
          <a:ext cx="0" cy="0"/>
          <a:chOff x="0" y="0"/>
          <a:chExt cx="0" cy="0"/>
        </a:xfrm>
      </p:grpSpPr>
      <p:sp>
        <p:nvSpPr>
          <p:cNvPr id="348" name="Google Shape;348;p37"/>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7"/>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7"/>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7"/>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 name="Google Shape;352;p37"/>
          <p:cNvGrpSpPr/>
          <p:nvPr/>
        </p:nvGrpSpPr>
        <p:grpSpPr>
          <a:xfrm>
            <a:off x="0" y="381001"/>
            <a:ext cx="1037850" cy="1016287"/>
            <a:chOff x="0" y="381001"/>
            <a:chExt cx="1037850" cy="1016287"/>
          </a:xfrm>
        </p:grpSpPr>
        <p:sp>
          <p:nvSpPr>
            <p:cNvPr id="353" name="Google Shape;353;p3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 name="Google Shape;355;p37"/>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6" name="Google Shape;356;p37"/>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357" name="Google Shape;357;p37"/>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58" name="Google Shape;358;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9" name="Shape 359"/>
        <p:cNvGrpSpPr/>
        <p:nvPr/>
      </p:nvGrpSpPr>
      <p:grpSpPr>
        <a:xfrm>
          <a:off x="0" y="0"/>
          <a:ext cx="0" cy="0"/>
          <a:chOff x="0" y="0"/>
          <a:chExt cx="0" cy="0"/>
        </a:xfrm>
      </p:grpSpPr>
      <p:grpSp>
        <p:nvGrpSpPr>
          <p:cNvPr id="360" name="Google Shape;360;p38"/>
          <p:cNvGrpSpPr/>
          <p:nvPr/>
        </p:nvGrpSpPr>
        <p:grpSpPr>
          <a:xfrm>
            <a:off x="0" y="4128572"/>
            <a:ext cx="698925" cy="684657"/>
            <a:chOff x="0" y="3785672"/>
            <a:chExt cx="698925" cy="684657"/>
          </a:xfrm>
        </p:grpSpPr>
        <p:sp>
          <p:nvSpPr>
            <p:cNvPr id="361" name="Google Shape;361;p38"/>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8"/>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 name="Google Shape;363;p38"/>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364" name="Google Shape;364;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365" name="Google Shape;365;p38"/>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8"/>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8"/>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8"/>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9" name="Shape 369"/>
        <p:cNvGrpSpPr/>
        <p:nvPr/>
      </p:nvGrpSpPr>
      <p:grpSpPr>
        <a:xfrm>
          <a:off x="0" y="0"/>
          <a:ext cx="0" cy="0"/>
          <a:chOff x="0" y="0"/>
          <a:chExt cx="0" cy="0"/>
        </a:xfrm>
      </p:grpSpPr>
      <p:grpSp>
        <p:nvGrpSpPr>
          <p:cNvPr id="370" name="Google Shape;370;p39"/>
          <p:cNvGrpSpPr/>
          <p:nvPr/>
        </p:nvGrpSpPr>
        <p:grpSpPr>
          <a:xfrm>
            <a:off x="4406400" y="0"/>
            <a:ext cx="4737600" cy="5143065"/>
            <a:chOff x="4406400" y="0"/>
            <a:chExt cx="4737600" cy="5143065"/>
          </a:xfrm>
        </p:grpSpPr>
        <p:sp>
          <p:nvSpPr>
            <p:cNvPr id="371" name="Google Shape;371;p39"/>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9"/>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9"/>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9"/>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9"/>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9"/>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9"/>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9"/>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9"/>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9"/>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9"/>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9"/>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9"/>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9"/>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9"/>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9"/>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9"/>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9"/>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9" name="Google Shape;389;p39"/>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390" name="Google Shape;390;p39"/>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1" name="Google Shape;391;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392" name="Google Shape;392;p39"/>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9"/>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9"/>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9"/>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6" name="Shape 396"/>
        <p:cNvGrpSpPr/>
        <p:nvPr/>
      </p:nvGrpSpPr>
      <p:grpSpPr>
        <a:xfrm>
          <a:off x="0" y="0"/>
          <a:ext cx="0" cy="0"/>
          <a:chOff x="0" y="0"/>
          <a:chExt cx="0" cy="0"/>
        </a:xfrm>
      </p:grpSpPr>
      <p:sp>
        <p:nvSpPr>
          <p:cNvPr id="397" name="Google Shape;397;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398" name="Shape 398"/>
        <p:cNvGrpSpPr/>
        <p:nvPr/>
      </p:nvGrpSpPr>
      <p:grpSpPr>
        <a:xfrm>
          <a:off x="0" y="0"/>
          <a:ext cx="0" cy="0"/>
          <a:chOff x="0" y="0"/>
          <a:chExt cx="0" cy="0"/>
        </a:xfrm>
      </p:grpSpPr>
      <p:pic>
        <p:nvPicPr>
          <p:cNvPr descr="offset_comp_343059.jpg" id="399" name="Google Shape;399;p41"/>
          <p:cNvPicPr preferRelativeResize="0"/>
          <p:nvPr/>
        </p:nvPicPr>
        <p:blipFill rotWithShape="1">
          <a:blip r:embed="rId2">
            <a:alphaModFix amt="80000"/>
          </a:blip>
          <a:srcRect b="25870" l="30475" r="30475" t="11956"/>
          <a:stretch/>
        </p:blipFill>
        <p:spPr>
          <a:xfrm rot="-5400000">
            <a:off x="113630" y="-105700"/>
            <a:ext cx="5142300" cy="5364300"/>
          </a:xfrm>
          <a:prstGeom prst="diagStripe">
            <a:avLst>
              <a:gd fmla="val 50343" name="adj"/>
            </a:avLst>
          </a:prstGeom>
          <a:noFill/>
          <a:ln>
            <a:noFill/>
          </a:ln>
        </p:spPr>
      </p:pic>
      <p:sp>
        <p:nvSpPr>
          <p:cNvPr id="400" name="Google Shape;400;p4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1" name="Google Shape;401;p41"/>
          <p:cNvSpPr txBox="1"/>
          <p:nvPr>
            <p:ph idx="1" type="body"/>
          </p:nvPr>
        </p:nvSpPr>
        <p:spPr>
          <a:xfrm>
            <a:off x="4018025" y="1567550"/>
            <a:ext cx="4318500" cy="17667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dk2"/>
              </a:buClr>
              <a:buSzPts val="1300"/>
              <a:buChar char="●"/>
              <a:defRPr>
                <a:solidFill>
                  <a:schemeClr val="dk2"/>
                </a:solidFill>
              </a:defRPr>
            </a:lvl1pPr>
            <a:lvl2pPr indent="-298450" lvl="1" marL="914400">
              <a:spcBef>
                <a:spcPts val="1600"/>
              </a:spcBef>
              <a:spcAft>
                <a:spcPts val="0"/>
              </a:spcAft>
              <a:buClr>
                <a:schemeClr val="dk2"/>
              </a:buClr>
              <a:buSzPts val="1100"/>
              <a:buChar char="○"/>
              <a:defRPr>
                <a:solidFill>
                  <a:schemeClr val="dk2"/>
                </a:solidFill>
              </a:defRPr>
            </a:lvl2pPr>
            <a:lvl3pPr indent="-298450" lvl="2" marL="1371600">
              <a:spcBef>
                <a:spcPts val="1600"/>
              </a:spcBef>
              <a:spcAft>
                <a:spcPts val="0"/>
              </a:spcAft>
              <a:buClr>
                <a:schemeClr val="dk2"/>
              </a:buClr>
              <a:buSzPts val="1100"/>
              <a:buChar char="■"/>
              <a:defRPr>
                <a:solidFill>
                  <a:schemeClr val="dk2"/>
                </a:solidFill>
              </a:defRPr>
            </a:lvl3pPr>
            <a:lvl4pPr indent="-298450" lvl="3" marL="1828800">
              <a:spcBef>
                <a:spcPts val="1600"/>
              </a:spcBef>
              <a:spcAft>
                <a:spcPts val="0"/>
              </a:spcAft>
              <a:buClr>
                <a:schemeClr val="dk2"/>
              </a:buClr>
              <a:buSzPts val="1100"/>
              <a:buChar char="●"/>
              <a:defRPr>
                <a:solidFill>
                  <a:schemeClr val="dk2"/>
                </a:solidFill>
              </a:defRPr>
            </a:lvl4pPr>
            <a:lvl5pPr indent="-298450" lvl="4" marL="2286000">
              <a:spcBef>
                <a:spcPts val="1600"/>
              </a:spcBef>
              <a:spcAft>
                <a:spcPts val="0"/>
              </a:spcAft>
              <a:buClr>
                <a:schemeClr val="dk2"/>
              </a:buClr>
              <a:buSzPts val="1100"/>
              <a:buChar char="○"/>
              <a:defRPr>
                <a:solidFill>
                  <a:schemeClr val="dk2"/>
                </a:solidFill>
              </a:defRPr>
            </a:lvl5pPr>
            <a:lvl6pPr indent="-298450" lvl="5" marL="2743200">
              <a:spcBef>
                <a:spcPts val="1600"/>
              </a:spcBef>
              <a:spcAft>
                <a:spcPts val="0"/>
              </a:spcAft>
              <a:buClr>
                <a:schemeClr val="dk2"/>
              </a:buClr>
              <a:buSzPts val="1100"/>
              <a:buChar char="■"/>
              <a:defRPr>
                <a:solidFill>
                  <a:schemeClr val="dk2"/>
                </a:solidFill>
              </a:defRPr>
            </a:lvl6pPr>
            <a:lvl7pPr indent="-298450" lvl="6" marL="3200400">
              <a:spcBef>
                <a:spcPts val="1600"/>
              </a:spcBef>
              <a:spcAft>
                <a:spcPts val="0"/>
              </a:spcAft>
              <a:buClr>
                <a:schemeClr val="dk2"/>
              </a:buClr>
              <a:buSzPts val="1100"/>
              <a:buChar char="●"/>
              <a:defRPr>
                <a:solidFill>
                  <a:schemeClr val="dk2"/>
                </a:solidFill>
              </a:defRPr>
            </a:lvl7pPr>
            <a:lvl8pPr indent="-298450" lvl="7" marL="3657600">
              <a:spcBef>
                <a:spcPts val="1600"/>
              </a:spcBef>
              <a:spcAft>
                <a:spcPts val="0"/>
              </a:spcAft>
              <a:buClr>
                <a:schemeClr val="dk2"/>
              </a:buClr>
              <a:buSzPts val="1100"/>
              <a:buChar char="○"/>
              <a:defRPr>
                <a:solidFill>
                  <a:schemeClr val="dk2"/>
                </a:solidFill>
              </a:defRPr>
            </a:lvl8pPr>
            <a:lvl9pPr indent="-298450" lvl="8" marL="4114800">
              <a:spcBef>
                <a:spcPts val="1600"/>
              </a:spcBef>
              <a:spcAft>
                <a:spcPts val="1600"/>
              </a:spcAft>
              <a:buClr>
                <a:schemeClr val="dk2"/>
              </a:buClr>
              <a:buSzPts val="1100"/>
              <a:buChar char="■"/>
              <a:defRPr>
                <a:solidFill>
                  <a:schemeClr val="dk2"/>
                </a:solidFill>
              </a:defRPr>
            </a:lvl9pPr>
          </a:lstStyle>
          <a:p/>
        </p:txBody>
      </p:sp>
      <p:sp>
        <p:nvSpPr>
          <p:cNvPr id="402" name="Google Shape;402;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403" name="Google Shape;403;p41"/>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1"/>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1"/>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1"/>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7" name="Google Shape;407;p41"/>
          <p:cNvGrpSpPr/>
          <p:nvPr/>
        </p:nvGrpSpPr>
        <p:grpSpPr>
          <a:xfrm>
            <a:off x="0" y="381001"/>
            <a:ext cx="1037850" cy="1016287"/>
            <a:chOff x="0" y="381001"/>
            <a:chExt cx="1037850" cy="1016287"/>
          </a:xfrm>
        </p:grpSpPr>
        <p:sp>
          <p:nvSpPr>
            <p:cNvPr id="408" name="Google Shape;408;p4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6" Type="http://schemas.openxmlformats.org/officeDocument/2006/relationships/theme" Target="../theme/theme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52" name="Google Shape;52;p13"/>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53" name="Google Shape;53;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191" name="Shape 191"/>
        <p:cNvGrpSpPr/>
        <p:nvPr/>
      </p:nvGrpSpPr>
      <p:grpSpPr>
        <a:xfrm>
          <a:off x="0" y="0"/>
          <a:ext cx="0" cy="0"/>
          <a:chOff x="0" y="0"/>
          <a:chExt cx="0" cy="0"/>
        </a:xfrm>
      </p:grpSpPr>
      <p:sp>
        <p:nvSpPr>
          <p:cNvPr id="192" name="Google Shape;192;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193" name="Google Shape;193;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94" name="Google Shape;19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hyperlink" Target="https://www.nytimes.com/interactive/2019/03/10/technology/internet-cables-ocean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30.png"/><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18.png"/><Relationship Id="rId9"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5.png"/></Relationships>
</file>

<file path=ppt/slides/_rels/slide28.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30.png"/><Relationship Id="rId1" Type="http://schemas.openxmlformats.org/officeDocument/2006/relationships/slideLayout" Target="../slideLayouts/slideLayout26.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5.png"/></Relationships>
</file>

<file path=ppt/slides/_rels/slide29.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30.png"/><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18.png"/><Relationship Id="rId9"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5.png"/></Relationships>
</file>

<file path=ppt/slides/_rels/slide30.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30.png"/><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image" Target="../media/image29.png"/><Relationship Id="rId4" Type="http://schemas.openxmlformats.org/officeDocument/2006/relationships/image" Target="../media/image18.png"/><Relationship Id="rId9"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3.png"/><Relationship Id="rId6"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 Id="rId3" Type="http://schemas.openxmlformats.org/officeDocument/2006/relationships/image" Target="../media/image39.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3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fr"/>
              <a:t>Gouvernance IT</a:t>
            </a:r>
            <a:endParaRPr/>
          </a:p>
        </p:txBody>
      </p:sp>
      <p:sp>
        <p:nvSpPr>
          <p:cNvPr id="415" name="Google Shape;415;p4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fr"/>
              <a:t>Un cours de Yann Fornier</a:t>
            </a:r>
            <a:endParaRPr/>
          </a:p>
          <a:p>
            <a:pPr indent="0" lvl="0" marL="0" rtl="0" algn="ctr">
              <a:spcBef>
                <a:spcPts val="0"/>
              </a:spcBef>
              <a:spcAft>
                <a:spcPts val="0"/>
              </a:spcAft>
              <a:buNone/>
            </a:pPr>
            <a:r>
              <a:rPr lang="fr"/>
              <a:t>Master 2 SI-RH</a:t>
            </a:r>
            <a:endParaRPr/>
          </a:p>
        </p:txBody>
      </p:sp>
      <p:pic>
        <p:nvPicPr>
          <p:cNvPr id="416" name="Google Shape;416;p42"/>
          <p:cNvPicPr preferRelativeResize="0"/>
          <p:nvPr/>
        </p:nvPicPr>
        <p:blipFill>
          <a:blip r:embed="rId3">
            <a:alphaModFix/>
          </a:blip>
          <a:stretch>
            <a:fillRect/>
          </a:stretch>
        </p:blipFill>
        <p:spPr>
          <a:xfrm>
            <a:off x="3247400" y="401801"/>
            <a:ext cx="2649201" cy="845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fr"/>
              <a:t>Cours 1 : Introduction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4"/>
          <p:cNvSpPr txBox="1"/>
          <p:nvPr>
            <p:ph type="title"/>
          </p:nvPr>
        </p:nvSpPr>
        <p:spPr>
          <a:xfrm>
            <a:off x="775400" y="8281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Cours 1 : Pourquoi ce cours ?</a:t>
            </a:r>
            <a:endParaRPr/>
          </a:p>
        </p:txBody>
      </p:sp>
      <p:sp>
        <p:nvSpPr>
          <p:cNvPr id="427" name="Google Shape;427;p44"/>
          <p:cNvSpPr txBox="1"/>
          <p:nvPr>
            <p:ph idx="1" type="body"/>
          </p:nvPr>
        </p:nvSpPr>
        <p:spPr>
          <a:xfrm>
            <a:off x="2867550" y="1990650"/>
            <a:ext cx="3408900" cy="581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fr"/>
              <a:t>Quels sont les objectifs de ce cours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5"/>
          <p:cNvSpPr txBox="1"/>
          <p:nvPr>
            <p:ph type="title"/>
          </p:nvPr>
        </p:nvSpPr>
        <p:spPr>
          <a:xfrm>
            <a:off x="775400" y="8281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Cours 1 : Pourquoi ce cours ?</a:t>
            </a:r>
            <a:endParaRPr/>
          </a:p>
        </p:txBody>
      </p:sp>
      <p:sp>
        <p:nvSpPr>
          <p:cNvPr id="433" name="Google Shape;433;p45"/>
          <p:cNvSpPr txBox="1"/>
          <p:nvPr>
            <p:ph idx="1" type="body"/>
          </p:nvPr>
        </p:nvSpPr>
        <p:spPr>
          <a:xfrm>
            <a:off x="2867550" y="1990650"/>
            <a:ext cx="3408900" cy="581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fr"/>
              <a:t>Quels sont les objectifs de ce cours ?</a:t>
            </a:r>
            <a:endParaRPr/>
          </a:p>
        </p:txBody>
      </p:sp>
      <p:sp>
        <p:nvSpPr>
          <p:cNvPr id="434" name="Google Shape;434;p45"/>
          <p:cNvSpPr/>
          <p:nvPr/>
        </p:nvSpPr>
        <p:spPr>
          <a:xfrm>
            <a:off x="926650" y="2710700"/>
            <a:ext cx="7183800" cy="1603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Comprendre l’écosystème dans lequel vous évoluez et prendre conscience des éléments qui vous entourent au quotidien dans le domaine de l’informatique</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Quels enjeux pour les SIRH ?</a:t>
            </a:r>
            <a:endParaRPr/>
          </a:p>
        </p:txBody>
      </p:sp>
      <p:sp>
        <p:nvSpPr>
          <p:cNvPr id="440" name="Google Shape;440;p4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Digitalisation des processus RH.</a:t>
            </a:r>
            <a:endParaRPr/>
          </a:p>
          <a:p>
            <a:pPr indent="0" lvl="0" marL="0" rtl="0" algn="l">
              <a:spcBef>
                <a:spcPts val="1200"/>
              </a:spcBef>
              <a:spcAft>
                <a:spcPts val="0"/>
              </a:spcAft>
              <a:buNone/>
            </a:pPr>
            <a:r>
              <a:rPr lang="fr"/>
              <a:t>Confrontés aux nouvelles technologies (Cloud, Cybersécurité..).</a:t>
            </a:r>
            <a:endParaRPr/>
          </a:p>
          <a:p>
            <a:pPr indent="0" lvl="0" marL="0" rtl="0" algn="l">
              <a:spcBef>
                <a:spcPts val="1200"/>
              </a:spcBef>
              <a:spcAft>
                <a:spcPts val="1200"/>
              </a:spcAft>
              <a:buNone/>
            </a:pPr>
            <a:r>
              <a:rPr lang="fr"/>
              <a:t>Acteurs du changement et de l’adaptation.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7"/>
          <p:cNvSpPr txBox="1"/>
          <p:nvPr>
            <p:ph type="title"/>
          </p:nvPr>
        </p:nvSpPr>
        <p:spPr>
          <a:xfrm>
            <a:off x="254200" y="2806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Sommaire </a:t>
            </a:r>
            <a:endParaRPr/>
          </a:p>
        </p:txBody>
      </p:sp>
      <p:sp>
        <p:nvSpPr>
          <p:cNvPr id="446" name="Google Shape;446;p47"/>
          <p:cNvSpPr txBox="1"/>
          <p:nvPr>
            <p:ph idx="1" type="body"/>
          </p:nvPr>
        </p:nvSpPr>
        <p:spPr>
          <a:xfrm>
            <a:off x="5780225" y="366475"/>
            <a:ext cx="3074100" cy="581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fr"/>
              <a:t>5 séances de 3h30</a:t>
            </a:r>
            <a:endParaRPr/>
          </a:p>
        </p:txBody>
      </p:sp>
      <p:sp>
        <p:nvSpPr>
          <p:cNvPr id="447" name="Google Shape;447;p47"/>
          <p:cNvSpPr txBox="1"/>
          <p:nvPr/>
        </p:nvSpPr>
        <p:spPr>
          <a:xfrm>
            <a:off x="408500" y="1108800"/>
            <a:ext cx="4032900" cy="327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200">
                <a:latin typeface="Calibri"/>
                <a:ea typeface="Calibri"/>
                <a:cs typeface="Calibri"/>
                <a:sym typeface="Calibri"/>
              </a:rPr>
              <a:t>Séance 1 : Introduction</a:t>
            </a:r>
            <a:r>
              <a:rPr lang="fr" sz="1200">
                <a:latin typeface="Calibri"/>
                <a:ea typeface="Calibri"/>
                <a:cs typeface="Calibri"/>
                <a:sym typeface="Calibri"/>
              </a:rPr>
              <a:t> </a:t>
            </a:r>
            <a:r>
              <a:rPr i="1" lang="fr" sz="1200">
                <a:latin typeface="Calibri"/>
                <a:ea typeface="Calibri"/>
                <a:cs typeface="Calibri"/>
                <a:sym typeface="Calibri"/>
              </a:rPr>
              <a:t>(3h30)</a:t>
            </a:r>
            <a:endParaRPr i="1"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Présentation</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Pourquoi ce cours ?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Quels sont les enjeux pour les SIRH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Sommaire</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Introduction aux SI</a:t>
            </a:r>
            <a:endParaRPr sz="1200">
              <a:latin typeface="Calibri"/>
              <a:ea typeface="Calibri"/>
              <a:cs typeface="Calibri"/>
              <a:sym typeface="Calibri"/>
            </a:endParaRPr>
          </a:p>
          <a:p>
            <a:pPr indent="457200" lvl="0" marL="0" rtl="0" algn="l">
              <a:spcBef>
                <a:spcPts val="0"/>
              </a:spcBef>
              <a:spcAft>
                <a:spcPts val="0"/>
              </a:spcAft>
              <a:buNone/>
            </a:pPr>
            <a:r>
              <a:rPr lang="fr" sz="1200">
                <a:latin typeface="Calibri"/>
                <a:ea typeface="Calibri"/>
                <a:cs typeface="Calibri"/>
                <a:sym typeface="Calibri"/>
              </a:rPr>
              <a:t>Qu’est ce qu’un SI ? </a:t>
            </a:r>
            <a:endParaRPr sz="1200">
              <a:latin typeface="Calibri"/>
              <a:ea typeface="Calibri"/>
              <a:cs typeface="Calibri"/>
              <a:sym typeface="Calibri"/>
            </a:endParaRPr>
          </a:p>
          <a:p>
            <a:pPr indent="457200" lvl="0" marL="0" rtl="0" algn="l">
              <a:spcBef>
                <a:spcPts val="0"/>
              </a:spcBef>
              <a:spcAft>
                <a:spcPts val="0"/>
              </a:spcAft>
              <a:buNone/>
            </a:pPr>
            <a:r>
              <a:rPr lang="fr" sz="1200">
                <a:latin typeface="Calibri"/>
                <a:ea typeface="Calibri"/>
                <a:cs typeface="Calibri"/>
                <a:sym typeface="Calibri"/>
              </a:rPr>
              <a:t>Qu’est ce qu’un SIRH ?</a:t>
            </a:r>
            <a:endParaRPr sz="1200">
              <a:latin typeface="Calibri"/>
              <a:ea typeface="Calibri"/>
              <a:cs typeface="Calibri"/>
              <a:sym typeface="Calibri"/>
            </a:endParaRPr>
          </a:p>
          <a:p>
            <a:pPr indent="457200" lvl="0" marL="0" rtl="0" algn="l">
              <a:spcBef>
                <a:spcPts val="0"/>
              </a:spcBef>
              <a:spcAft>
                <a:spcPts val="0"/>
              </a:spcAft>
              <a:buNone/>
            </a:pPr>
            <a:r>
              <a:rPr lang="fr" sz="1200">
                <a:latin typeface="Calibri"/>
                <a:ea typeface="Calibri"/>
                <a:cs typeface="Calibri"/>
                <a:sym typeface="Calibri"/>
              </a:rPr>
              <a:t>Des exemples de SI quotidiens.</a:t>
            </a:r>
            <a:endParaRPr sz="1200">
              <a:latin typeface="Calibri"/>
              <a:ea typeface="Calibri"/>
              <a:cs typeface="Calibri"/>
              <a:sym typeface="Calibri"/>
            </a:endParaRPr>
          </a:p>
          <a:p>
            <a:pPr indent="457200" lvl="0" marL="0" rtl="0" algn="l">
              <a:spcBef>
                <a:spcPts val="0"/>
              </a:spcBef>
              <a:spcAft>
                <a:spcPts val="0"/>
              </a:spcAft>
              <a:buNone/>
            </a:pPr>
            <a:r>
              <a:rPr lang="fr" sz="1200">
                <a:latin typeface="Calibri"/>
                <a:ea typeface="Calibri"/>
                <a:cs typeface="Calibri"/>
                <a:sym typeface="Calibri"/>
              </a:rPr>
              <a:t>Introduction au modèle OSI</a:t>
            </a:r>
            <a:endParaRPr sz="1200">
              <a:latin typeface="Calibri"/>
              <a:ea typeface="Calibri"/>
              <a:cs typeface="Calibri"/>
              <a:sym typeface="Calibri"/>
            </a:endParaRPr>
          </a:p>
          <a:p>
            <a:pPr indent="457200" lvl="0" marL="0" rtl="0" algn="l">
              <a:spcBef>
                <a:spcPts val="0"/>
              </a:spcBef>
              <a:spcAft>
                <a:spcPts val="0"/>
              </a:spcAft>
              <a:buNone/>
            </a:pPr>
            <a:r>
              <a:rPr lang="fr" sz="1200">
                <a:latin typeface="Calibri"/>
                <a:ea typeface="Calibri"/>
                <a:cs typeface="Calibri"/>
                <a:sym typeface="Calibri"/>
              </a:rPr>
              <a:t>Infrastructures matérielles</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Infrastructures logicielles</a:t>
            </a:r>
            <a:endParaRPr sz="1200">
              <a:latin typeface="Calibri"/>
              <a:ea typeface="Calibri"/>
              <a:cs typeface="Calibri"/>
              <a:sym typeface="Calibri"/>
            </a:endParaRPr>
          </a:p>
          <a:p>
            <a:pPr indent="457200" lvl="0" marL="0" rtl="0" algn="l">
              <a:spcBef>
                <a:spcPts val="0"/>
              </a:spcBef>
              <a:spcAft>
                <a:spcPts val="0"/>
              </a:spcAft>
              <a:buNone/>
            </a:pPr>
            <a:r>
              <a:rPr lang="fr" sz="1200">
                <a:latin typeface="Calibri"/>
                <a:ea typeface="Calibri"/>
                <a:cs typeface="Calibri"/>
                <a:sym typeface="Calibri"/>
              </a:rPr>
              <a:t>Infrastructures réseaux </a:t>
            </a:r>
            <a:endParaRPr sz="1200">
              <a:latin typeface="Calibri"/>
              <a:ea typeface="Calibri"/>
              <a:cs typeface="Calibri"/>
              <a:sym typeface="Calibri"/>
            </a:endParaRPr>
          </a:p>
          <a:p>
            <a:pPr indent="457200" lvl="0" marL="0" rtl="0" algn="l">
              <a:spcBef>
                <a:spcPts val="0"/>
              </a:spcBef>
              <a:spcAft>
                <a:spcPts val="0"/>
              </a:spcAft>
              <a:buNone/>
            </a:pPr>
            <a:r>
              <a:rPr lang="fr" sz="1200">
                <a:latin typeface="Calibri"/>
                <a:ea typeface="Calibri"/>
                <a:cs typeface="Calibri"/>
                <a:sym typeface="Calibri"/>
              </a:rPr>
              <a:t>Introduction aux architectures SI Cloud, SaaS, SOA..</a:t>
            </a:r>
            <a:endParaRPr sz="1200">
              <a:latin typeface="Calibri"/>
              <a:ea typeface="Calibri"/>
              <a:cs typeface="Calibri"/>
              <a:sym typeface="Calibri"/>
            </a:endParaRPr>
          </a:p>
          <a:p>
            <a:pPr indent="457200" lvl="0" marL="0" rtl="0" algn="l">
              <a:spcBef>
                <a:spcPts val="0"/>
              </a:spcBef>
              <a:spcAft>
                <a:spcPts val="0"/>
              </a:spcAft>
              <a:buNone/>
            </a:pPr>
            <a:r>
              <a:rPr lang="fr" sz="1200">
                <a:latin typeface="Calibri"/>
                <a:ea typeface="Calibri"/>
                <a:cs typeface="Calibri"/>
                <a:sym typeface="Calibri"/>
              </a:rPr>
              <a:t>Urbanisation des SI</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Introduction à la donnée</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p:txBody>
      </p:sp>
      <p:sp>
        <p:nvSpPr>
          <p:cNvPr id="448" name="Google Shape;448;p47"/>
          <p:cNvSpPr txBox="1"/>
          <p:nvPr/>
        </p:nvSpPr>
        <p:spPr>
          <a:xfrm>
            <a:off x="4757925" y="1108800"/>
            <a:ext cx="3789600" cy="37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200">
                <a:latin typeface="Calibri"/>
                <a:ea typeface="Calibri"/>
                <a:cs typeface="Calibri"/>
                <a:sym typeface="Calibri"/>
              </a:rPr>
              <a:t>Séance 2 : La donnée </a:t>
            </a:r>
            <a:r>
              <a:rPr i="1" lang="fr" sz="1200">
                <a:latin typeface="Calibri"/>
                <a:ea typeface="Calibri"/>
                <a:cs typeface="Calibri"/>
                <a:sym typeface="Calibri"/>
              </a:rPr>
              <a:t>(3h30)</a:t>
            </a:r>
            <a:endParaRPr i="1"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Rappel sur ce qu’est la donnée</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Les différents types de données</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Données d’entreprise</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Données RH</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Données d'ingénierie</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Données de processus…</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Utilisation des données</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Normes Européennes et Françaises</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Le RGPD</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Normes ISO (27001, 12207..)</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Qu’est ce que la gouvernance des données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Gouvernance IT, métiers SI et SIRH</a:t>
            </a:r>
            <a:endParaRPr sz="1200">
              <a:latin typeface="Calibri"/>
              <a:ea typeface="Calibri"/>
              <a:cs typeface="Calibri"/>
              <a:sym typeface="Calibri"/>
            </a:endParaRPr>
          </a:p>
          <a:p>
            <a:pPr indent="457200" lvl="0" marL="0" rtl="0" algn="l">
              <a:spcBef>
                <a:spcPts val="0"/>
              </a:spcBef>
              <a:spcAft>
                <a:spcPts val="0"/>
              </a:spcAft>
              <a:buNone/>
            </a:pPr>
            <a:r>
              <a:rPr lang="fr" sz="1200" u="sng">
                <a:latin typeface="Calibri"/>
                <a:ea typeface="Calibri"/>
                <a:cs typeface="Calibri"/>
                <a:sym typeface="Calibri"/>
              </a:rPr>
              <a:t>Introduction au Big Data </a:t>
            </a:r>
            <a:endParaRPr sz="1200" u="sng">
              <a:latin typeface="Calibri"/>
              <a:ea typeface="Calibri"/>
              <a:cs typeface="Calibri"/>
              <a:sym typeface="Calibri"/>
            </a:endParaRPr>
          </a:p>
          <a:p>
            <a:pPr indent="457200" lvl="0" marL="0" rtl="0" algn="l">
              <a:spcBef>
                <a:spcPts val="0"/>
              </a:spcBef>
              <a:spcAft>
                <a:spcPts val="0"/>
              </a:spcAft>
              <a:buNone/>
            </a:pPr>
            <a:r>
              <a:t/>
            </a:r>
            <a:endParaRPr sz="1200" u="sng">
              <a:latin typeface="Calibri"/>
              <a:ea typeface="Calibri"/>
              <a:cs typeface="Calibri"/>
              <a:sym typeface="Calibri"/>
            </a:endParaRPr>
          </a:p>
          <a:p>
            <a:pPr indent="457200" lvl="0" marL="0" rtl="0" algn="l">
              <a:spcBef>
                <a:spcPts val="0"/>
              </a:spcBef>
              <a:spcAft>
                <a:spcPts val="0"/>
              </a:spcAft>
              <a:buNone/>
            </a:pPr>
            <a:r>
              <a:t/>
            </a:r>
            <a:endParaRPr sz="1200" u="sng">
              <a:latin typeface="Calibri"/>
              <a:ea typeface="Calibri"/>
              <a:cs typeface="Calibri"/>
              <a:sym typeface="Calibri"/>
            </a:endParaRPr>
          </a:p>
          <a:p>
            <a:pPr indent="0" lvl="0" marL="0" rtl="0" algn="l">
              <a:spcBef>
                <a:spcPts val="0"/>
              </a:spcBef>
              <a:spcAft>
                <a:spcPts val="0"/>
              </a:spcAft>
              <a:buNone/>
            </a:pPr>
            <a:r>
              <a:rPr lang="fr" sz="1200" u="sng">
                <a:latin typeface="Calibri"/>
                <a:ea typeface="Calibri"/>
                <a:cs typeface="Calibri"/>
                <a:sym typeface="Calibri"/>
              </a:rPr>
              <a:t>Distribution des sujets d’étude de cas en groupe</a:t>
            </a:r>
            <a:endParaRPr sz="1200" u="sng">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8"/>
          <p:cNvSpPr txBox="1"/>
          <p:nvPr>
            <p:ph type="title"/>
          </p:nvPr>
        </p:nvSpPr>
        <p:spPr>
          <a:xfrm>
            <a:off x="254200" y="2806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Sommaire </a:t>
            </a:r>
            <a:endParaRPr/>
          </a:p>
        </p:txBody>
      </p:sp>
      <p:sp>
        <p:nvSpPr>
          <p:cNvPr id="454" name="Google Shape;454;p48"/>
          <p:cNvSpPr txBox="1"/>
          <p:nvPr>
            <p:ph idx="1" type="body"/>
          </p:nvPr>
        </p:nvSpPr>
        <p:spPr>
          <a:xfrm>
            <a:off x="5780225" y="366475"/>
            <a:ext cx="3074100" cy="581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fr"/>
              <a:t>21 heures de cours - 6 séances de 3h30</a:t>
            </a:r>
            <a:endParaRPr/>
          </a:p>
        </p:txBody>
      </p:sp>
      <p:sp>
        <p:nvSpPr>
          <p:cNvPr id="455" name="Google Shape;455;p48"/>
          <p:cNvSpPr txBox="1"/>
          <p:nvPr/>
        </p:nvSpPr>
        <p:spPr>
          <a:xfrm>
            <a:off x="254200" y="1092950"/>
            <a:ext cx="2907000" cy="37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200">
                <a:latin typeface="Calibri"/>
                <a:ea typeface="Calibri"/>
                <a:cs typeface="Calibri"/>
                <a:sym typeface="Calibri"/>
              </a:rPr>
              <a:t>Séance 3 : Les SIRH dans la stratégie d’entreprise   </a:t>
            </a:r>
            <a:r>
              <a:rPr i="1" lang="fr" sz="1200">
                <a:latin typeface="Calibri"/>
                <a:ea typeface="Calibri"/>
                <a:cs typeface="Calibri"/>
                <a:sym typeface="Calibri"/>
              </a:rPr>
              <a:t>(3h30)</a:t>
            </a:r>
            <a:endParaRPr i="1" sz="1200">
              <a:latin typeface="Calibri"/>
              <a:ea typeface="Calibri"/>
              <a:cs typeface="Calibri"/>
              <a:sym typeface="Calibri"/>
            </a:endParaRPr>
          </a:p>
          <a:p>
            <a:pPr indent="0" lvl="0" marL="0" rtl="0" algn="l">
              <a:spcBef>
                <a:spcPts val="0"/>
              </a:spcBef>
              <a:spcAft>
                <a:spcPts val="0"/>
              </a:spcAft>
              <a:buNone/>
            </a:pPr>
            <a:r>
              <a:t/>
            </a:r>
            <a:endParaRPr i="1"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Rôles et responsabilités des acteurs SI</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Alignement sur la stratégie d’entreprise</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Définition des objectifs et exigences pour les SI</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Identification des KPI</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Collecte de données</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Analyse des performances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Mesure de la valeur ajoutée</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Amélioration continue</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a:t>
            </a:r>
            <a:endParaRPr sz="1200">
              <a:latin typeface="Calibri"/>
              <a:ea typeface="Calibri"/>
              <a:cs typeface="Calibri"/>
              <a:sym typeface="Calibri"/>
            </a:endParaRPr>
          </a:p>
        </p:txBody>
      </p:sp>
      <p:sp>
        <p:nvSpPr>
          <p:cNvPr id="456" name="Google Shape;456;p48"/>
          <p:cNvSpPr txBox="1"/>
          <p:nvPr/>
        </p:nvSpPr>
        <p:spPr>
          <a:xfrm>
            <a:off x="3118500" y="1092950"/>
            <a:ext cx="2661600" cy="37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200">
                <a:latin typeface="Calibri"/>
                <a:ea typeface="Calibri"/>
                <a:cs typeface="Calibri"/>
                <a:sym typeface="Calibri"/>
              </a:rPr>
              <a:t>Séance 4 : L’avenir des SI(RH)  </a:t>
            </a:r>
            <a:r>
              <a:rPr i="1" lang="fr" sz="1200">
                <a:latin typeface="Calibri"/>
                <a:ea typeface="Calibri"/>
                <a:cs typeface="Calibri"/>
                <a:sym typeface="Calibri"/>
              </a:rPr>
              <a:t>(3h30)</a:t>
            </a:r>
            <a:endParaRPr i="1"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a:t>
            </a:r>
            <a:r>
              <a:rPr lang="fr" sz="1200" u="sng">
                <a:latin typeface="Calibri"/>
                <a:ea typeface="Calibri"/>
                <a:cs typeface="Calibri"/>
                <a:sym typeface="Calibri"/>
              </a:rPr>
              <a:t>Introduction au Cloud</a:t>
            </a:r>
            <a:endParaRPr sz="1200" u="sng">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Qu’est ce que le cloud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Ou se situe t-il dans notre quotidien ?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Qu’est ce qu’un SaaS ?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Exemples de SaaS RH et encadrement des processus RH</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a:t>
            </a:r>
            <a:r>
              <a:rPr lang="fr" sz="1200" u="sng">
                <a:latin typeface="Calibri"/>
                <a:ea typeface="Calibri"/>
                <a:cs typeface="Calibri"/>
                <a:sym typeface="Calibri"/>
              </a:rPr>
              <a:t>Introduction à la Cybersécurité</a:t>
            </a:r>
            <a:endParaRPr sz="1200" u="sng">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Qu’est ce que la Cybersécurité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Stratégies d’entreprise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Exemples récents et dangers</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a:t>
            </a:r>
            <a:r>
              <a:rPr lang="fr" sz="1200" u="sng">
                <a:latin typeface="Calibri"/>
                <a:ea typeface="Calibri"/>
                <a:cs typeface="Calibri"/>
                <a:sym typeface="Calibri"/>
              </a:rPr>
              <a:t>Introduction à l’IA</a:t>
            </a:r>
            <a:endParaRPr sz="1200" u="sng">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Qu’est ce que l’IA ?</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IA et Big Data</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Son utilisation dans l’analyse prédictive en SIRH</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L’analyse de données avancée</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p:txBody>
      </p:sp>
      <p:sp>
        <p:nvSpPr>
          <p:cNvPr id="457" name="Google Shape;457;p48"/>
          <p:cNvSpPr txBox="1"/>
          <p:nvPr/>
        </p:nvSpPr>
        <p:spPr>
          <a:xfrm>
            <a:off x="5780225" y="1092950"/>
            <a:ext cx="3142500" cy="37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200">
                <a:latin typeface="Calibri"/>
                <a:ea typeface="Calibri"/>
                <a:cs typeface="Calibri"/>
                <a:sym typeface="Calibri"/>
              </a:rPr>
              <a:t>Séance 5 : Etude de cas et Conclusions  </a:t>
            </a:r>
            <a:r>
              <a:rPr i="1" lang="fr" sz="1200">
                <a:latin typeface="Calibri"/>
                <a:ea typeface="Calibri"/>
                <a:cs typeface="Calibri"/>
                <a:sym typeface="Calibri"/>
              </a:rPr>
              <a:t>(3h30)</a:t>
            </a:r>
            <a:endParaRPr i="1"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Passage par groupe des études de cas choisies.</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Évaluation en groupe</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Conclusion du cours</a:t>
            </a:r>
            <a:endParaRPr sz="1200">
              <a:latin typeface="Calibri"/>
              <a:ea typeface="Calibri"/>
              <a:cs typeface="Calibri"/>
              <a:sym typeface="Calibri"/>
            </a:endParaRPr>
          </a:p>
          <a:p>
            <a:pPr indent="0" lvl="0" marL="457200" rtl="0" algn="l">
              <a:spcBef>
                <a:spcPts val="0"/>
              </a:spcBef>
              <a:spcAft>
                <a:spcPts val="0"/>
              </a:spcAft>
              <a:buNone/>
            </a:pPr>
            <a:r>
              <a:rPr lang="fr" sz="1200">
                <a:latin typeface="Calibri"/>
                <a:ea typeface="Calibri"/>
                <a:cs typeface="Calibri"/>
                <a:sym typeface="Calibri"/>
              </a:rPr>
              <a:t>	Rappel sur les différents points abordés</a:t>
            </a:r>
            <a:endParaRPr sz="1200">
              <a:latin typeface="Calibri"/>
              <a:ea typeface="Calibri"/>
              <a:cs typeface="Calibri"/>
              <a:sym typeface="Calibri"/>
            </a:endParaRPr>
          </a:p>
          <a:p>
            <a:pPr indent="0" lvl="0" marL="457200" rtl="0" algn="l">
              <a:spcBef>
                <a:spcPts val="0"/>
              </a:spcBef>
              <a:spcAft>
                <a:spcPts val="0"/>
              </a:spcAft>
              <a:buNone/>
            </a:pPr>
            <a:r>
              <a:rPr lang="fr" sz="1200">
                <a:latin typeface="Calibri"/>
                <a:ea typeface="Calibri"/>
                <a:cs typeface="Calibri"/>
                <a:sym typeface="Calibri"/>
              </a:rPr>
              <a:t>	Ouverture sur le futur des SIRH</a:t>
            </a:r>
            <a:endParaRPr sz="1200">
              <a:latin typeface="Calibri"/>
              <a:ea typeface="Calibri"/>
              <a:cs typeface="Calibri"/>
              <a:sym typeface="Calibri"/>
            </a:endParaRPr>
          </a:p>
          <a:p>
            <a:pPr indent="0" lvl="0" marL="0" rtl="0" algn="l">
              <a:spcBef>
                <a:spcPts val="0"/>
              </a:spcBef>
              <a:spcAft>
                <a:spcPts val="0"/>
              </a:spcAft>
              <a:buNone/>
            </a:pPr>
            <a:r>
              <a:rPr lang="fr"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9"/>
          <p:cNvSpPr txBox="1"/>
          <p:nvPr>
            <p:ph type="title"/>
          </p:nvPr>
        </p:nvSpPr>
        <p:spPr>
          <a:xfrm>
            <a:off x="915375" y="8543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Introduction aux SI </a:t>
            </a:r>
            <a:endParaRPr/>
          </a:p>
        </p:txBody>
      </p:sp>
      <p:sp>
        <p:nvSpPr>
          <p:cNvPr id="463" name="Google Shape;463;p4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200">
              <a:solidFill>
                <a:srgbClr val="000000"/>
              </a:solidFill>
            </a:endParaRPr>
          </a:p>
          <a:p>
            <a:pPr indent="0" lvl="0" marL="0" rtl="0" algn="l">
              <a:lnSpc>
                <a:spcPct val="100000"/>
              </a:lnSpc>
              <a:spcBef>
                <a:spcPts val="0"/>
              </a:spcBef>
              <a:spcAft>
                <a:spcPts val="0"/>
              </a:spcAft>
              <a:buNone/>
            </a:pPr>
            <a:r>
              <a:rPr lang="fr" sz="1200">
                <a:solidFill>
                  <a:srgbClr val="000000"/>
                </a:solidFill>
              </a:rPr>
              <a:t>	</a:t>
            </a:r>
            <a:endParaRPr sz="1200">
              <a:solidFill>
                <a:srgbClr val="000000"/>
              </a:solidFill>
            </a:endParaRPr>
          </a:p>
          <a:p>
            <a:pPr indent="0" lvl="0" marL="0" rtl="0" algn="l">
              <a:lnSpc>
                <a:spcPct val="100000"/>
              </a:lnSpc>
              <a:spcBef>
                <a:spcPts val="0"/>
              </a:spcBef>
              <a:spcAft>
                <a:spcPts val="0"/>
              </a:spcAft>
              <a:buNone/>
            </a:pPr>
            <a:r>
              <a:t/>
            </a:r>
            <a:endParaRPr sz="1200">
              <a:solidFill>
                <a:srgbClr val="000000"/>
              </a:solidFill>
            </a:endParaRPr>
          </a:p>
          <a:p>
            <a:pPr indent="0" lvl="0" marL="0" rtl="0" algn="l">
              <a:lnSpc>
                <a:spcPct val="100000"/>
              </a:lnSpc>
              <a:spcBef>
                <a:spcPts val="0"/>
              </a:spcBef>
              <a:spcAft>
                <a:spcPts val="0"/>
              </a:spcAft>
              <a:buNone/>
            </a:pPr>
            <a:r>
              <a:t/>
            </a:r>
            <a:endParaRPr sz="1200">
              <a:solidFill>
                <a:srgbClr val="000000"/>
              </a:solidFill>
            </a:endParaRPr>
          </a:p>
          <a:p>
            <a:pPr indent="0" lvl="0" marL="0" rtl="0" algn="l">
              <a:spcBef>
                <a:spcPts val="0"/>
              </a:spcBef>
              <a:spcAft>
                <a:spcPts val="1200"/>
              </a:spcAft>
              <a:buNone/>
            </a:pPr>
            <a:r>
              <a:t/>
            </a:r>
            <a:endParaRPr/>
          </a:p>
        </p:txBody>
      </p:sp>
      <p:sp>
        <p:nvSpPr>
          <p:cNvPr id="464" name="Google Shape;464;p49"/>
          <p:cNvSpPr txBox="1"/>
          <p:nvPr/>
        </p:nvSpPr>
        <p:spPr>
          <a:xfrm>
            <a:off x="1326750" y="2379375"/>
            <a:ext cx="6490500" cy="167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2600">
                <a:latin typeface="Calibri"/>
                <a:ea typeface="Calibri"/>
                <a:cs typeface="Calibri"/>
                <a:sym typeface="Calibri"/>
              </a:rPr>
              <a:t>Qu’est ce qu’un Système d’Information ou SI ?</a:t>
            </a:r>
            <a:endParaRPr sz="26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0"/>
          <p:cNvSpPr/>
          <p:nvPr/>
        </p:nvSpPr>
        <p:spPr>
          <a:xfrm>
            <a:off x="1377750" y="2945325"/>
            <a:ext cx="6388500" cy="1387800"/>
          </a:xfrm>
          <a:prstGeom prst="roundRect">
            <a:avLst>
              <a:gd fmla="val 16667" name="adj"/>
            </a:avLst>
          </a:prstGeom>
          <a:noFill/>
          <a:ln cap="flat" cmpd="sng" w="19050">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Définition et rôle des SI</a:t>
            </a:r>
            <a:endParaRPr/>
          </a:p>
        </p:txBody>
      </p:sp>
      <p:sp>
        <p:nvSpPr>
          <p:cNvPr id="471" name="Google Shape;471;p50"/>
          <p:cNvSpPr txBox="1"/>
          <p:nvPr>
            <p:ph idx="1" type="body"/>
          </p:nvPr>
        </p:nvSpPr>
        <p:spPr>
          <a:xfrm>
            <a:off x="819150" y="19907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Dans le contexte de l’industrie, les </a:t>
            </a:r>
            <a:r>
              <a:rPr b="1" lang="fr"/>
              <a:t>systèmes d’informations </a:t>
            </a:r>
            <a:r>
              <a:rPr lang="fr"/>
              <a:t>sont des ensembles rassemblant des </a:t>
            </a:r>
            <a:r>
              <a:rPr b="1" lang="fr"/>
              <a:t>technologies</a:t>
            </a:r>
            <a:r>
              <a:rPr lang="fr"/>
              <a:t>, des </a:t>
            </a:r>
            <a:r>
              <a:rPr b="1" lang="fr"/>
              <a:t>processus</a:t>
            </a:r>
            <a:r>
              <a:rPr lang="fr"/>
              <a:t> et des </a:t>
            </a:r>
            <a:r>
              <a:rPr b="1" lang="fr"/>
              <a:t>ressources</a:t>
            </a:r>
            <a:r>
              <a:rPr lang="fr"/>
              <a:t> qui permettent la </a:t>
            </a:r>
            <a:r>
              <a:rPr b="1" lang="fr"/>
              <a:t>collecte</a:t>
            </a:r>
            <a:r>
              <a:rPr lang="fr"/>
              <a:t>, le </a:t>
            </a:r>
            <a:r>
              <a:rPr b="1" lang="fr"/>
              <a:t>stockage</a:t>
            </a:r>
            <a:r>
              <a:rPr lang="fr"/>
              <a:t>, la </a:t>
            </a:r>
            <a:r>
              <a:rPr b="1" lang="fr"/>
              <a:t>gestion</a:t>
            </a:r>
            <a:r>
              <a:rPr lang="fr"/>
              <a:t> et la </a:t>
            </a:r>
            <a:r>
              <a:rPr b="1" lang="fr"/>
              <a:t>diffusion</a:t>
            </a:r>
            <a:r>
              <a:rPr lang="fr"/>
              <a:t> d’informations essentielles au fonctionnement d’une entité.</a:t>
            </a:r>
            <a:endParaRPr/>
          </a:p>
        </p:txBody>
      </p:sp>
      <p:sp>
        <p:nvSpPr>
          <p:cNvPr id="472" name="Google Shape;472;p50"/>
          <p:cNvSpPr/>
          <p:nvPr/>
        </p:nvSpPr>
        <p:spPr>
          <a:xfrm>
            <a:off x="1551225" y="3108625"/>
            <a:ext cx="2837100" cy="469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Collecte et gestion des données</a:t>
            </a:r>
            <a:endParaRPr/>
          </a:p>
        </p:txBody>
      </p:sp>
      <p:sp>
        <p:nvSpPr>
          <p:cNvPr id="473" name="Google Shape;473;p50"/>
          <p:cNvSpPr/>
          <p:nvPr/>
        </p:nvSpPr>
        <p:spPr>
          <a:xfrm>
            <a:off x="1551225" y="3704625"/>
            <a:ext cx="2837100" cy="4695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Suivi et contrôle des processus</a:t>
            </a:r>
            <a:endParaRPr/>
          </a:p>
        </p:txBody>
      </p:sp>
      <p:sp>
        <p:nvSpPr>
          <p:cNvPr id="474" name="Google Shape;474;p50"/>
          <p:cNvSpPr/>
          <p:nvPr/>
        </p:nvSpPr>
        <p:spPr>
          <a:xfrm>
            <a:off x="4591725" y="3108625"/>
            <a:ext cx="2837100" cy="4695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Coordination et communication</a:t>
            </a:r>
            <a:endParaRPr/>
          </a:p>
        </p:txBody>
      </p:sp>
      <p:sp>
        <p:nvSpPr>
          <p:cNvPr id="475" name="Google Shape;475;p50"/>
          <p:cNvSpPr/>
          <p:nvPr/>
        </p:nvSpPr>
        <p:spPr>
          <a:xfrm>
            <a:off x="4591725" y="3704625"/>
            <a:ext cx="2837100" cy="4695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Prise de décision</a:t>
            </a:r>
            <a:endParaRPr/>
          </a:p>
        </p:txBody>
      </p:sp>
      <p:sp>
        <p:nvSpPr>
          <p:cNvPr id="476" name="Google Shape;476;p50"/>
          <p:cNvSpPr txBox="1"/>
          <p:nvPr/>
        </p:nvSpPr>
        <p:spPr>
          <a:xfrm>
            <a:off x="3097200" y="4261687"/>
            <a:ext cx="2949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rgbClr val="FF0000"/>
                </a:solidFill>
                <a:latin typeface="Calibri"/>
                <a:ea typeface="Calibri"/>
                <a:cs typeface="Calibri"/>
                <a:sym typeface="Calibri"/>
              </a:rPr>
              <a:t>Système d’Informations</a:t>
            </a:r>
            <a:endParaRPr b="1">
              <a:solidFill>
                <a:srgbClr val="FF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Objectifs d’un système d’information</a:t>
            </a:r>
            <a:endParaRPr/>
          </a:p>
        </p:txBody>
      </p:sp>
      <p:sp>
        <p:nvSpPr>
          <p:cNvPr id="482" name="Google Shape;482;p51"/>
          <p:cNvSpPr/>
          <p:nvPr/>
        </p:nvSpPr>
        <p:spPr>
          <a:xfrm>
            <a:off x="865150" y="1789725"/>
            <a:ext cx="31578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Automatisation</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p:txBody>
      </p:sp>
      <p:sp>
        <p:nvSpPr>
          <p:cNvPr id="483" name="Google Shape;483;p51"/>
          <p:cNvSpPr/>
          <p:nvPr/>
        </p:nvSpPr>
        <p:spPr>
          <a:xfrm>
            <a:off x="4980150" y="1789725"/>
            <a:ext cx="31578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Optimisation</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p:txBody>
      </p:sp>
      <p:sp>
        <p:nvSpPr>
          <p:cNvPr id="484" name="Google Shape;484;p51"/>
          <p:cNvSpPr/>
          <p:nvPr/>
        </p:nvSpPr>
        <p:spPr>
          <a:xfrm>
            <a:off x="865150" y="3402950"/>
            <a:ext cx="31578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Meilleure prise de décision</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p:txBody>
      </p:sp>
      <p:sp>
        <p:nvSpPr>
          <p:cNvPr id="485" name="Google Shape;485;p51"/>
          <p:cNvSpPr/>
          <p:nvPr/>
        </p:nvSpPr>
        <p:spPr>
          <a:xfrm>
            <a:off x="4980150" y="3402950"/>
            <a:ext cx="31578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Compétitivité</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p:txBody>
      </p:sp>
      <p:sp>
        <p:nvSpPr>
          <p:cNvPr id="486" name="Google Shape;486;p51"/>
          <p:cNvSpPr/>
          <p:nvPr/>
        </p:nvSpPr>
        <p:spPr>
          <a:xfrm>
            <a:off x="1285000" y="2104725"/>
            <a:ext cx="2318100" cy="6561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Eliminer les tâches manuelles</a:t>
            </a:r>
            <a:endParaRPr>
              <a:latin typeface="Calibri"/>
              <a:ea typeface="Calibri"/>
              <a:cs typeface="Calibri"/>
              <a:sym typeface="Calibri"/>
            </a:endParaRPr>
          </a:p>
        </p:txBody>
      </p:sp>
      <p:sp>
        <p:nvSpPr>
          <p:cNvPr id="487" name="Google Shape;487;p51"/>
          <p:cNvSpPr/>
          <p:nvPr/>
        </p:nvSpPr>
        <p:spPr>
          <a:xfrm>
            <a:off x="5400000" y="2104725"/>
            <a:ext cx="2318100" cy="6561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Amélioration des processus d’affaires et l’efficacité du personnel</a:t>
            </a:r>
            <a:endParaRPr>
              <a:latin typeface="Calibri"/>
              <a:ea typeface="Calibri"/>
              <a:cs typeface="Calibri"/>
              <a:sym typeface="Calibri"/>
            </a:endParaRPr>
          </a:p>
        </p:txBody>
      </p:sp>
      <p:sp>
        <p:nvSpPr>
          <p:cNvPr id="488" name="Google Shape;488;p51"/>
          <p:cNvSpPr/>
          <p:nvPr/>
        </p:nvSpPr>
        <p:spPr>
          <a:xfrm>
            <a:off x="1285000" y="3717950"/>
            <a:ext cx="2318100" cy="6561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Informations temps réel et KPI</a:t>
            </a:r>
            <a:endParaRPr>
              <a:latin typeface="Calibri"/>
              <a:ea typeface="Calibri"/>
              <a:cs typeface="Calibri"/>
              <a:sym typeface="Calibri"/>
            </a:endParaRPr>
          </a:p>
        </p:txBody>
      </p:sp>
      <p:sp>
        <p:nvSpPr>
          <p:cNvPr id="489" name="Google Shape;489;p51"/>
          <p:cNvSpPr/>
          <p:nvPr/>
        </p:nvSpPr>
        <p:spPr>
          <a:xfrm>
            <a:off x="5400000" y="3717950"/>
            <a:ext cx="2318100" cy="6561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Innovation et adaptation aux changements du marché</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composantes du SI</a:t>
            </a:r>
            <a:endParaRPr/>
          </a:p>
        </p:txBody>
      </p:sp>
      <p:pic>
        <p:nvPicPr>
          <p:cNvPr id="495" name="Google Shape;495;p52"/>
          <p:cNvPicPr preferRelativeResize="0"/>
          <p:nvPr/>
        </p:nvPicPr>
        <p:blipFill>
          <a:blip r:embed="rId3">
            <a:alphaModFix/>
          </a:blip>
          <a:stretch>
            <a:fillRect/>
          </a:stretch>
        </p:blipFill>
        <p:spPr>
          <a:xfrm>
            <a:off x="883100" y="1585225"/>
            <a:ext cx="7441749" cy="3038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Qu’est ce qu’un SIRH ?</a:t>
            </a:r>
            <a:endParaRPr/>
          </a:p>
        </p:txBody>
      </p:sp>
      <p:sp>
        <p:nvSpPr>
          <p:cNvPr id="501" name="Google Shape;501;p5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Un </a:t>
            </a:r>
            <a:r>
              <a:rPr b="1" lang="fr"/>
              <a:t>Système d’Informations Ressources Humaines</a:t>
            </a:r>
            <a:r>
              <a:rPr lang="fr"/>
              <a:t> ou </a:t>
            </a:r>
            <a:r>
              <a:rPr b="1" lang="fr"/>
              <a:t>SIRH</a:t>
            </a:r>
            <a:r>
              <a:rPr lang="fr"/>
              <a:t> est un ensemble de logiciels qui accompagne le service Ressources Humaines de l’entreprise dans ses différentes fonctions du quotidien.</a:t>
            </a:r>
            <a:endParaRPr/>
          </a:p>
          <a:p>
            <a:pPr indent="0" lvl="0" marL="0" rtl="0" algn="l">
              <a:spcBef>
                <a:spcPts val="1200"/>
              </a:spcBef>
              <a:spcAft>
                <a:spcPts val="1200"/>
              </a:spcAft>
              <a:buNone/>
            </a:pPr>
            <a:r>
              <a:rPr lang="fr"/>
              <a:t>Le SIRH peut être composé de différentes briques de base pour des missions propres aux RH : </a:t>
            </a:r>
            <a:endParaRPr/>
          </a:p>
        </p:txBody>
      </p:sp>
      <p:sp>
        <p:nvSpPr>
          <p:cNvPr id="502" name="Google Shape;502;p53"/>
          <p:cNvSpPr/>
          <p:nvPr/>
        </p:nvSpPr>
        <p:spPr>
          <a:xfrm>
            <a:off x="1254950" y="3263850"/>
            <a:ext cx="1924500" cy="472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La gestion de la paie</a:t>
            </a:r>
            <a:endParaRPr>
              <a:latin typeface="Calibri"/>
              <a:ea typeface="Calibri"/>
              <a:cs typeface="Calibri"/>
              <a:sym typeface="Calibri"/>
            </a:endParaRPr>
          </a:p>
        </p:txBody>
      </p:sp>
      <p:sp>
        <p:nvSpPr>
          <p:cNvPr id="503" name="Google Shape;503;p53"/>
          <p:cNvSpPr/>
          <p:nvPr/>
        </p:nvSpPr>
        <p:spPr>
          <a:xfrm>
            <a:off x="3284725" y="3263850"/>
            <a:ext cx="1924500" cy="472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La gestion des prestations de travail</a:t>
            </a:r>
            <a:endParaRPr>
              <a:latin typeface="Calibri"/>
              <a:ea typeface="Calibri"/>
              <a:cs typeface="Calibri"/>
              <a:sym typeface="Calibri"/>
            </a:endParaRPr>
          </a:p>
        </p:txBody>
      </p:sp>
      <p:sp>
        <p:nvSpPr>
          <p:cNvPr id="504" name="Google Shape;504;p53"/>
          <p:cNvSpPr/>
          <p:nvPr/>
        </p:nvSpPr>
        <p:spPr>
          <a:xfrm>
            <a:off x="5314500" y="3263850"/>
            <a:ext cx="1924500" cy="472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La gestion des processus</a:t>
            </a:r>
            <a:endParaRPr>
              <a:latin typeface="Calibri"/>
              <a:ea typeface="Calibri"/>
              <a:cs typeface="Calibri"/>
              <a:sym typeface="Calibri"/>
            </a:endParaRPr>
          </a:p>
        </p:txBody>
      </p:sp>
      <p:sp>
        <p:nvSpPr>
          <p:cNvPr id="505" name="Google Shape;505;p53"/>
          <p:cNvSpPr txBox="1"/>
          <p:nvPr/>
        </p:nvSpPr>
        <p:spPr>
          <a:xfrm>
            <a:off x="3284725" y="3936550"/>
            <a:ext cx="1924500" cy="40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Etc..</a:t>
            </a:r>
            <a:endParaRPr>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4"/>
          <p:cNvSpPr txBox="1"/>
          <p:nvPr>
            <p:ph type="title"/>
          </p:nvPr>
        </p:nvSpPr>
        <p:spPr>
          <a:xfrm>
            <a:off x="396125" y="3712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Présentation de cas d’utilisation réels de SIRH</a:t>
            </a:r>
            <a:endParaRPr/>
          </a:p>
        </p:txBody>
      </p:sp>
      <p:sp>
        <p:nvSpPr>
          <p:cNvPr id="511" name="Google Shape;511;p54"/>
          <p:cNvSpPr/>
          <p:nvPr/>
        </p:nvSpPr>
        <p:spPr>
          <a:xfrm>
            <a:off x="843975" y="268337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Workday Recruiting</a:t>
            </a:r>
            <a:endParaRPr sz="1300"/>
          </a:p>
        </p:txBody>
      </p:sp>
      <p:sp>
        <p:nvSpPr>
          <p:cNvPr id="512" name="Google Shape;512;p54"/>
          <p:cNvSpPr/>
          <p:nvPr/>
        </p:nvSpPr>
        <p:spPr>
          <a:xfrm>
            <a:off x="843975" y="126955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Greenhouse</a:t>
            </a:r>
            <a:endParaRPr sz="1300"/>
          </a:p>
        </p:txBody>
      </p:sp>
      <p:sp>
        <p:nvSpPr>
          <p:cNvPr id="513" name="Google Shape;513;p54"/>
          <p:cNvSpPr/>
          <p:nvPr/>
        </p:nvSpPr>
        <p:spPr>
          <a:xfrm>
            <a:off x="2883900" y="126955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JazzHR</a:t>
            </a:r>
            <a:endParaRPr sz="1300"/>
          </a:p>
        </p:txBody>
      </p:sp>
      <p:sp>
        <p:nvSpPr>
          <p:cNvPr id="514" name="Google Shape;514;p54"/>
          <p:cNvSpPr/>
          <p:nvPr/>
        </p:nvSpPr>
        <p:spPr>
          <a:xfrm>
            <a:off x="2883900" y="268337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iCIMS</a:t>
            </a:r>
            <a:endParaRPr sz="1300"/>
          </a:p>
        </p:txBody>
      </p:sp>
      <p:sp>
        <p:nvSpPr>
          <p:cNvPr id="515" name="Google Shape;515;p54"/>
          <p:cNvSpPr/>
          <p:nvPr/>
        </p:nvSpPr>
        <p:spPr>
          <a:xfrm>
            <a:off x="1196400" y="1910300"/>
            <a:ext cx="2925600" cy="459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dk1"/>
                </a:solidFill>
              </a:rPr>
              <a:t>Gestion du recrutement et de l’embauche</a:t>
            </a:r>
            <a:endParaRPr>
              <a:solidFill>
                <a:schemeClr val="dk1"/>
              </a:solidFill>
            </a:endParaRPr>
          </a:p>
        </p:txBody>
      </p:sp>
      <p:cxnSp>
        <p:nvCxnSpPr>
          <p:cNvPr id="516" name="Google Shape;516;p54"/>
          <p:cNvCxnSpPr>
            <a:stCxn id="515" idx="0"/>
            <a:endCxn id="512" idx="2"/>
          </p:cNvCxnSpPr>
          <p:nvPr/>
        </p:nvCxnSpPr>
        <p:spPr>
          <a:xfrm rot="10800000">
            <a:off x="1693500" y="1597100"/>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17" name="Google Shape;517;p54"/>
          <p:cNvCxnSpPr>
            <a:stCxn id="515" idx="0"/>
            <a:endCxn id="513" idx="2"/>
          </p:cNvCxnSpPr>
          <p:nvPr/>
        </p:nvCxnSpPr>
        <p:spPr>
          <a:xfrm flipH="1" rot="10800000">
            <a:off x="2659200" y="1597100"/>
            <a:ext cx="1074300" cy="313200"/>
          </a:xfrm>
          <a:prstGeom prst="straightConnector1">
            <a:avLst/>
          </a:prstGeom>
          <a:noFill/>
          <a:ln cap="flat" cmpd="sng" w="9525">
            <a:solidFill>
              <a:schemeClr val="dk2"/>
            </a:solidFill>
            <a:prstDash val="solid"/>
            <a:round/>
            <a:headEnd len="med" w="med" type="none"/>
            <a:tailEnd len="med" w="med" type="none"/>
          </a:ln>
        </p:spPr>
      </p:cxnSp>
      <p:cxnSp>
        <p:nvCxnSpPr>
          <p:cNvPr id="518" name="Google Shape;518;p54"/>
          <p:cNvCxnSpPr>
            <a:stCxn id="515" idx="2"/>
            <a:endCxn id="511" idx="0"/>
          </p:cNvCxnSpPr>
          <p:nvPr/>
        </p:nvCxnSpPr>
        <p:spPr>
          <a:xfrm flipH="1">
            <a:off x="1693500" y="2370200"/>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54"/>
          <p:cNvCxnSpPr>
            <a:stCxn id="515" idx="2"/>
            <a:endCxn id="514" idx="0"/>
          </p:cNvCxnSpPr>
          <p:nvPr/>
        </p:nvCxnSpPr>
        <p:spPr>
          <a:xfrm>
            <a:off x="2659200" y="2370200"/>
            <a:ext cx="1074300" cy="313200"/>
          </a:xfrm>
          <a:prstGeom prst="straightConnector1">
            <a:avLst/>
          </a:prstGeom>
          <a:noFill/>
          <a:ln cap="flat" cmpd="sng" w="9525">
            <a:solidFill>
              <a:schemeClr val="dk2"/>
            </a:solidFill>
            <a:prstDash val="solid"/>
            <a:round/>
            <a:headEnd len="med" w="med" type="none"/>
            <a:tailEnd len="med" w="med" type="none"/>
          </a:ln>
        </p:spPr>
      </p:cxnSp>
      <p:sp>
        <p:nvSpPr>
          <p:cNvPr id="520" name="Google Shape;520;p54"/>
          <p:cNvSpPr/>
          <p:nvPr/>
        </p:nvSpPr>
        <p:spPr>
          <a:xfrm>
            <a:off x="5889600" y="2683338"/>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BambooHR</a:t>
            </a:r>
            <a:endParaRPr sz="1300"/>
          </a:p>
        </p:txBody>
      </p:sp>
      <p:sp>
        <p:nvSpPr>
          <p:cNvPr id="521" name="Google Shape;521;p54"/>
          <p:cNvSpPr/>
          <p:nvPr/>
        </p:nvSpPr>
        <p:spPr>
          <a:xfrm>
            <a:off x="4923825" y="1269538"/>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Reflektive</a:t>
            </a:r>
            <a:endParaRPr sz="1300"/>
          </a:p>
        </p:txBody>
      </p:sp>
      <p:sp>
        <p:nvSpPr>
          <p:cNvPr id="522" name="Google Shape;522;p54"/>
          <p:cNvSpPr/>
          <p:nvPr/>
        </p:nvSpPr>
        <p:spPr>
          <a:xfrm>
            <a:off x="6963750" y="1269538"/>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PerformYard</a:t>
            </a:r>
            <a:endParaRPr sz="1300"/>
          </a:p>
        </p:txBody>
      </p:sp>
      <p:sp>
        <p:nvSpPr>
          <p:cNvPr id="523" name="Google Shape;523;p54"/>
          <p:cNvSpPr/>
          <p:nvPr/>
        </p:nvSpPr>
        <p:spPr>
          <a:xfrm>
            <a:off x="5276250" y="1910288"/>
            <a:ext cx="2925600" cy="459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fr">
                <a:solidFill>
                  <a:schemeClr val="dk1"/>
                </a:solidFill>
              </a:rPr>
              <a:t>Gestion des performances et des évaluations</a:t>
            </a:r>
            <a:endParaRPr>
              <a:solidFill>
                <a:schemeClr val="dk1"/>
              </a:solidFill>
            </a:endParaRPr>
          </a:p>
        </p:txBody>
      </p:sp>
      <p:cxnSp>
        <p:nvCxnSpPr>
          <p:cNvPr id="524" name="Google Shape;524;p54"/>
          <p:cNvCxnSpPr>
            <a:stCxn id="523" idx="0"/>
            <a:endCxn id="521" idx="2"/>
          </p:cNvCxnSpPr>
          <p:nvPr/>
        </p:nvCxnSpPr>
        <p:spPr>
          <a:xfrm rot="10800000">
            <a:off x="5773350" y="1597088"/>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25" name="Google Shape;525;p54"/>
          <p:cNvCxnSpPr>
            <a:stCxn id="523" idx="0"/>
            <a:endCxn id="522" idx="2"/>
          </p:cNvCxnSpPr>
          <p:nvPr/>
        </p:nvCxnSpPr>
        <p:spPr>
          <a:xfrm flipH="1" rot="10800000">
            <a:off x="6739050" y="1597088"/>
            <a:ext cx="1074300" cy="31320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54"/>
          <p:cNvCxnSpPr>
            <a:stCxn id="523" idx="2"/>
            <a:endCxn id="520" idx="0"/>
          </p:cNvCxnSpPr>
          <p:nvPr/>
        </p:nvCxnSpPr>
        <p:spPr>
          <a:xfrm>
            <a:off x="6739050" y="2370188"/>
            <a:ext cx="0" cy="313200"/>
          </a:xfrm>
          <a:prstGeom prst="straightConnector1">
            <a:avLst/>
          </a:prstGeom>
          <a:noFill/>
          <a:ln cap="flat" cmpd="sng" w="9525">
            <a:solidFill>
              <a:schemeClr val="dk2"/>
            </a:solidFill>
            <a:prstDash val="solid"/>
            <a:round/>
            <a:headEnd len="med" w="med" type="none"/>
            <a:tailEnd len="med" w="med" type="none"/>
          </a:ln>
        </p:spPr>
      </p:cxnSp>
      <p:sp>
        <p:nvSpPr>
          <p:cNvPr id="527" name="Google Shape;527;p54"/>
          <p:cNvSpPr/>
          <p:nvPr/>
        </p:nvSpPr>
        <p:spPr>
          <a:xfrm>
            <a:off x="3002600" y="455712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Degreed</a:t>
            </a:r>
            <a:endParaRPr sz="1300"/>
          </a:p>
        </p:txBody>
      </p:sp>
      <p:sp>
        <p:nvSpPr>
          <p:cNvPr id="528" name="Google Shape;528;p54"/>
          <p:cNvSpPr/>
          <p:nvPr/>
        </p:nvSpPr>
        <p:spPr>
          <a:xfrm>
            <a:off x="3002600" y="314330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CornerStone</a:t>
            </a:r>
            <a:endParaRPr sz="1300"/>
          </a:p>
        </p:txBody>
      </p:sp>
      <p:sp>
        <p:nvSpPr>
          <p:cNvPr id="529" name="Google Shape;529;p54"/>
          <p:cNvSpPr/>
          <p:nvPr/>
        </p:nvSpPr>
        <p:spPr>
          <a:xfrm>
            <a:off x="5042525" y="314330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Saba TalentSpace</a:t>
            </a:r>
            <a:endParaRPr sz="1300"/>
          </a:p>
        </p:txBody>
      </p:sp>
      <p:sp>
        <p:nvSpPr>
          <p:cNvPr id="530" name="Google Shape;530;p54"/>
          <p:cNvSpPr/>
          <p:nvPr/>
        </p:nvSpPr>
        <p:spPr>
          <a:xfrm>
            <a:off x="5042525" y="455712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Talentsoft</a:t>
            </a:r>
            <a:endParaRPr sz="1300"/>
          </a:p>
        </p:txBody>
      </p:sp>
      <p:sp>
        <p:nvSpPr>
          <p:cNvPr id="531" name="Google Shape;531;p54"/>
          <p:cNvSpPr/>
          <p:nvPr/>
        </p:nvSpPr>
        <p:spPr>
          <a:xfrm>
            <a:off x="3355025" y="3784050"/>
            <a:ext cx="2925600" cy="459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fr">
                <a:solidFill>
                  <a:schemeClr val="dk1"/>
                </a:solidFill>
              </a:rPr>
              <a:t>Gestion des compétences et des formations</a:t>
            </a:r>
            <a:endParaRPr>
              <a:solidFill>
                <a:schemeClr val="dk1"/>
              </a:solidFill>
            </a:endParaRPr>
          </a:p>
        </p:txBody>
      </p:sp>
      <p:cxnSp>
        <p:nvCxnSpPr>
          <p:cNvPr id="532" name="Google Shape;532;p54"/>
          <p:cNvCxnSpPr>
            <a:stCxn id="531" idx="0"/>
            <a:endCxn id="528" idx="2"/>
          </p:cNvCxnSpPr>
          <p:nvPr/>
        </p:nvCxnSpPr>
        <p:spPr>
          <a:xfrm rot="10800000">
            <a:off x="3852125" y="3470850"/>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54"/>
          <p:cNvCxnSpPr>
            <a:stCxn id="531" idx="0"/>
            <a:endCxn id="529" idx="2"/>
          </p:cNvCxnSpPr>
          <p:nvPr/>
        </p:nvCxnSpPr>
        <p:spPr>
          <a:xfrm flipH="1" rot="10800000">
            <a:off x="4817825" y="3470850"/>
            <a:ext cx="1074300" cy="31320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54"/>
          <p:cNvCxnSpPr>
            <a:stCxn id="531" idx="2"/>
            <a:endCxn id="527" idx="0"/>
          </p:cNvCxnSpPr>
          <p:nvPr/>
        </p:nvCxnSpPr>
        <p:spPr>
          <a:xfrm flipH="1">
            <a:off x="3852125" y="4243950"/>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54"/>
          <p:cNvCxnSpPr>
            <a:stCxn id="531" idx="2"/>
            <a:endCxn id="530" idx="0"/>
          </p:cNvCxnSpPr>
          <p:nvPr/>
        </p:nvCxnSpPr>
        <p:spPr>
          <a:xfrm>
            <a:off x="4817825" y="4243950"/>
            <a:ext cx="1074300" cy="313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55"/>
          <p:cNvSpPr txBox="1"/>
          <p:nvPr>
            <p:ph type="title"/>
          </p:nvPr>
        </p:nvSpPr>
        <p:spPr>
          <a:xfrm>
            <a:off x="282100" y="305525"/>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Présentation de cas d’utilisation réels de SIRH</a:t>
            </a:r>
            <a:endParaRPr/>
          </a:p>
        </p:txBody>
      </p:sp>
      <p:sp>
        <p:nvSpPr>
          <p:cNvPr id="541" name="Google Shape;541;p55"/>
          <p:cNvSpPr/>
          <p:nvPr/>
        </p:nvSpPr>
        <p:spPr>
          <a:xfrm>
            <a:off x="564575" y="267397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Zenefits</a:t>
            </a:r>
            <a:endParaRPr sz="1300"/>
          </a:p>
        </p:txBody>
      </p:sp>
      <p:sp>
        <p:nvSpPr>
          <p:cNvPr id="542" name="Google Shape;542;p55"/>
          <p:cNvSpPr/>
          <p:nvPr/>
        </p:nvSpPr>
        <p:spPr>
          <a:xfrm>
            <a:off x="564575" y="126015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t>ADP Workforce Now</a:t>
            </a:r>
            <a:endParaRPr sz="1200"/>
          </a:p>
        </p:txBody>
      </p:sp>
      <p:sp>
        <p:nvSpPr>
          <p:cNvPr id="543" name="Google Shape;543;p55"/>
          <p:cNvSpPr/>
          <p:nvPr/>
        </p:nvSpPr>
        <p:spPr>
          <a:xfrm>
            <a:off x="2604500" y="126015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Paycor</a:t>
            </a:r>
            <a:endParaRPr sz="1300"/>
          </a:p>
        </p:txBody>
      </p:sp>
      <p:sp>
        <p:nvSpPr>
          <p:cNvPr id="544" name="Google Shape;544;p55"/>
          <p:cNvSpPr/>
          <p:nvPr/>
        </p:nvSpPr>
        <p:spPr>
          <a:xfrm>
            <a:off x="2604500" y="267397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Paylocity</a:t>
            </a:r>
            <a:endParaRPr sz="1300"/>
          </a:p>
        </p:txBody>
      </p:sp>
      <p:sp>
        <p:nvSpPr>
          <p:cNvPr id="545" name="Google Shape;545;p55"/>
          <p:cNvSpPr/>
          <p:nvPr/>
        </p:nvSpPr>
        <p:spPr>
          <a:xfrm>
            <a:off x="917000" y="1900900"/>
            <a:ext cx="2925600" cy="459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fr">
                <a:solidFill>
                  <a:schemeClr val="dk1"/>
                </a:solidFill>
              </a:rPr>
              <a:t>Gestion des avantages sociaux et de la rémunération</a:t>
            </a:r>
            <a:endParaRPr>
              <a:solidFill>
                <a:schemeClr val="dk1"/>
              </a:solidFill>
            </a:endParaRPr>
          </a:p>
        </p:txBody>
      </p:sp>
      <p:cxnSp>
        <p:nvCxnSpPr>
          <p:cNvPr id="546" name="Google Shape;546;p55"/>
          <p:cNvCxnSpPr>
            <a:stCxn id="545" idx="0"/>
            <a:endCxn id="542" idx="2"/>
          </p:cNvCxnSpPr>
          <p:nvPr/>
        </p:nvCxnSpPr>
        <p:spPr>
          <a:xfrm rot="10800000">
            <a:off x="1414100" y="1587700"/>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55"/>
          <p:cNvCxnSpPr>
            <a:stCxn id="545" idx="0"/>
            <a:endCxn id="543" idx="2"/>
          </p:cNvCxnSpPr>
          <p:nvPr/>
        </p:nvCxnSpPr>
        <p:spPr>
          <a:xfrm flipH="1" rot="10800000">
            <a:off x="2379800" y="1587700"/>
            <a:ext cx="1074300" cy="31320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55"/>
          <p:cNvCxnSpPr>
            <a:stCxn id="545" idx="2"/>
            <a:endCxn id="541" idx="0"/>
          </p:cNvCxnSpPr>
          <p:nvPr/>
        </p:nvCxnSpPr>
        <p:spPr>
          <a:xfrm flipH="1">
            <a:off x="1414100" y="2360800"/>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49" name="Google Shape;549;p55"/>
          <p:cNvCxnSpPr>
            <a:stCxn id="545" idx="2"/>
            <a:endCxn id="544" idx="0"/>
          </p:cNvCxnSpPr>
          <p:nvPr/>
        </p:nvCxnSpPr>
        <p:spPr>
          <a:xfrm>
            <a:off x="2379800" y="2360800"/>
            <a:ext cx="1074300" cy="313200"/>
          </a:xfrm>
          <a:prstGeom prst="straightConnector1">
            <a:avLst/>
          </a:prstGeom>
          <a:noFill/>
          <a:ln cap="flat" cmpd="sng" w="9525">
            <a:solidFill>
              <a:schemeClr val="dk2"/>
            </a:solidFill>
            <a:prstDash val="solid"/>
            <a:round/>
            <a:headEnd len="med" w="med" type="none"/>
            <a:tailEnd len="med" w="med" type="none"/>
          </a:ln>
        </p:spPr>
      </p:cxnSp>
      <p:sp>
        <p:nvSpPr>
          <p:cNvPr id="550" name="Google Shape;550;p55"/>
          <p:cNvSpPr/>
          <p:nvPr/>
        </p:nvSpPr>
        <p:spPr>
          <a:xfrm>
            <a:off x="4840600" y="267395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t>Attendance on Demand</a:t>
            </a:r>
            <a:endParaRPr sz="1200"/>
          </a:p>
        </p:txBody>
      </p:sp>
      <p:sp>
        <p:nvSpPr>
          <p:cNvPr id="551" name="Google Shape;551;p55"/>
          <p:cNvSpPr/>
          <p:nvPr/>
        </p:nvSpPr>
        <p:spPr>
          <a:xfrm>
            <a:off x="4840600" y="126012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t>Kronos Workforce Central</a:t>
            </a:r>
            <a:endParaRPr sz="1200"/>
          </a:p>
        </p:txBody>
      </p:sp>
      <p:sp>
        <p:nvSpPr>
          <p:cNvPr id="552" name="Google Shape;552;p55"/>
          <p:cNvSpPr/>
          <p:nvPr/>
        </p:nvSpPr>
        <p:spPr>
          <a:xfrm>
            <a:off x="6880525" y="126012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t>BambooHR Time Tracking</a:t>
            </a:r>
            <a:endParaRPr sz="1200"/>
          </a:p>
        </p:txBody>
      </p:sp>
      <p:sp>
        <p:nvSpPr>
          <p:cNvPr id="553" name="Google Shape;553;p55"/>
          <p:cNvSpPr/>
          <p:nvPr/>
        </p:nvSpPr>
        <p:spPr>
          <a:xfrm>
            <a:off x="6880525" y="267395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Replicon</a:t>
            </a:r>
            <a:endParaRPr sz="1300"/>
          </a:p>
        </p:txBody>
      </p:sp>
      <p:sp>
        <p:nvSpPr>
          <p:cNvPr id="554" name="Google Shape;554;p55"/>
          <p:cNvSpPr/>
          <p:nvPr/>
        </p:nvSpPr>
        <p:spPr>
          <a:xfrm>
            <a:off x="5193025" y="1900875"/>
            <a:ext cx="2925600" cy="459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fr">
                <a:solidFill>
                  <a:schemeClr val="dk1"/>
                </a:solidFill>
              </a:rPr>
              <a:t>Gestion des absences et du temps de travail</a:t>
            </a:r>
            <a:endParaRPr>
              <a:solidFill>
                <a:schemeClr val="dk1"/>
              </a:solidFill>
            </a:endParaRPr>
          </a:p>
        </p:txBody>
      </p:sp>
      <p:cxnSp>
        <p:nvCxnSpPr>
          <p:cNvPr id="555" name="Google Shape;555;p55"/>
          <p:cNvCxnSpPr>
            <a:stCxn id="554" idx="0"/>
            <a:endCxn id="551" idx="2"/>
          </p:cNvCxnSpPr>
          <p:nvPr/>
        </p:nvCxnSpPr>
        <p:spPr>
          <a:xfrm rot="10800000">
            <a:off x="5690125" y="1587675"/>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56" name="Google Shape;556;p55"/>
          <p:cNvCxnSpPr>
            <a:stCxn id="554" idx="0"/>
            <a:endCxn id="552" idx="2"/>
          </p:cNvCxnSpPr>
          <p:nvPr/>
        </p:nvCxnSpPr>
        <p:spPr>
          <a:xfrm flipH="1" rot="10800000">
            <a:off x="6655825" y="1587675"/>
            <a:ext cx="1074300" cy="313200"/>
          </a:xfrm>
          <a:prstGeom prst="straightConnector1">
            <a:avLst/>
          </a:prstGeom>
          <a:noFill/>
          <a:ln cap="flat" cmpd="sng" w="9525">
            <a:solidFill>
              <a:schemeClr val="dk2"/>
            </a:solidFill>
            <a:prstDash val="solid"/>
            <a:round/>
            <a:headEnd len="med" w="med" type="none"/>
            <a:tailEnd len="med" w="med" type="none"/>
          </a:ln>
        </p:spPr>
      </p:cxnSp>
      <p:cxnSp>
        <p:nvCxnSpPr>
          <p:cNvPr id="557" name="Google Shape;557;p55"/>
          <p:cNvCxnSpPr>
            <a:stCxn id="554" idx="2"/>
            <a:endCxn id="550" idx="0"/>
          </p:cNvCxnSpPr>
          <p:nvPr/>
        </p:nvCxnSpPr>
        <p:spPr>
          <a:xfrm flipH="1">
            <a:off x="5690125" y="2360775"/>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58" name="Google Shape;558;p55"/>
          <p:cNvCxnSpPr>
            <a:stCxn id="554" idx="2"/>
            <a:endCxn id="553" idx="0"/>
          </p:cNvCxnSpPr>
          <p:nvPr/>
        </p:nvCxnSpPr>
        <p:spPr>
          <a:xfrm>
            <a:off x="6655825" y="2360775"/>
            <a:ext cx="1074300" cy="313200"/>
          </a:xfrm>
          <a:prstGeom prst="straightConnector1">
            <a:avLst/>
          </a:prstGeom>
          <a:noFill/>
          <a:ln cap="flat" cmpd="sng" w="9525">
            <a:solidFill>
              <a:schemeClr val="dk2"/>
            </a:solidFill>
            <a:prstDash val="solid"/>
            <a:round/>
            <a:headEnd len="med" w="med" type="none"/>
            <a:tailEnd len="med" w="med" type="none"/>
          </a:ln>
        </p:spPr>
      </p:cxnSp>
      <p:sp>
        <p:nvSpPr>
          <p:cNvPr id="559" name="Google Shape;559;p55"/>
          <p:cNvSpPr/>
          <p:nvPr/>
        </p:nvSpPr>
        <p:spPr>
          <a:xfrm>
            <a:off x="2971175" y="454772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People Analytics</a:t>
            </a:r>
            <a:endParaRPr sz="1300"/>
          </a:p>
        </p:txBody>
      </p:sp>
      <p:sp>
        <p:nvSpPr>
          <p:cNvPr id="560" name="Google Shape;560;p55"/>
          <p:cNvSpPr/>
          <p:nvPr/>
        </p:nvSpPr>
        <p:spPr>
          <a:xfrm>
            <a:off x="2971175" y="313390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t>SAP SuccessFactors</a:t>
            </a:r>
            <a:endParaRPr sz="1200"/>
          </a:p>
        </p:txBody>
      </p:sp>
      <p:sp>
        <p:nvSpPr>
          <p:cNvPr id="561" name="Google Shape;561;p55"/>
          <p:cNvSpPr/>
          <p:nvPr/>
        </p:nvSpPr>
        <p:spPr>
          <a:xfrm>
            <a:off x="5011100" y="3133900"/>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Visier</a:t>
            </a:r>
            <a:endParaRPr sz="1300"/>
          </a:p>
        </p:txBody>
      </p:sp>
      <p:sp>
        <p:nvSpPr>
          <p:cNvPr id="562" name="Google Shape;562;p55"/>
          <p:cNvSpPr/>
          <p:nvPr/>
        </p:nvSpPr>
        <p:spPr>
          <a:xfrm>
            <a:off x="5011100" y="4547725"/>
            <a:ext cx="1698900" cy="3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t>Oracle Human Capital Mgt</a:t>
            </a:r>
            <a:endParaRPr sz="1200"/>
          </a:p>
        </p:txBody>
      </p:sp>
      <p:sp>
        <p:nvSpPr>
          <p:cNvPr id="563" name="Google Shape;563;p55"/>
          <p:cNvSpPr/>
          <p:nvPr/>
        </p:nvSpPr>
        <p:spPr>
          <a:xfrm>
            <a:off x="3323600" y="3774650"/>
            <a:ext cx="2925600" cy="459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fr">
                <a:solidFill>
                  <a:schemeClr val="dk1"/>
                </a:solidFill>
              </a:rPr>
              <a:t>Gestion des données et de l’analytique RH</a:t>
            </a:r>
            <a:endParaRPr>
              <a:solidFill>
                <a:schemeClr val="dk1"/>
              </a:solidFill>
            </a:endParaRPr>
          </a:p>
        </p:txBody>
      </p:sp>
      <p:cxnSp>
        <p:nvCxnSpPr>
          <p:cNvPr id="564" name="Google Shape;564;p55"/>
          <p:cNvCxnSpPr>
            <a:stCxn id="563" idx="0"/>
            <a:endCxn id="560" idx="2"/>
          </p:cNvCxnSpPr>
          <p:nvPr/>
        </p:nvCxnSpPr>
        <p:spPr>
          <a:xfrm rot="10800000">
            <a:off x="3820700" y="3461450"/>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55"/>
          <p:cNvCxnSpPr>
            <a:stCxn id="563" idx="0"/>
            <a:endCxn id="561" idx="2"/>
          </p:cNvCxnSpPr>
          <p:nvPr/>
        </p:nvCxnSpPr>
        <p:spPr>
          <a:xfrm flipH="1" rot="10800000">
            <a:off x="4786400" y="3461450"/>
            <a:ext cx="1074300" cy="3132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55"/>
          <p:cNvCxnSpPr>
            <a:stCxn id="563" idx="2"/>
            <a:endCxn id="559" idx="0"/>
          </p:cNvCxnSpPr>
          <p:nvPr/>
        </p:nvCxnSpPr>
        <p:spPr>
          <a:xfrm flipH="1">
            <a:off x="3820700" y="4234550"/>
            <a:ext cx="965700" cy="31320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55"/>
          <p:cNvCxnSpPr>
            <a:stCxn id="563" idx="2"/>
            <a:endCxn id="562" idx="0"/>
          </p:cNvCxnSpPr>
          <p:nvPr/>
        </p:nvCxnSpPr>
        <p:spPr>
          <a:xfrm>
            <a:off x="4786400" y="4234550"/>
            <a:ext cx="1074300" cy="313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Exercice</a:t>
            </a:r>
            <a:endParaRPr/>
          </a:p>
        </p:txBody>
      </p:sp>
      <p:sp>
        <p:nvSpPr>
          <p:cNvPr id="573" name="Google Shape;573;p5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Sélectionnez une entité susceptible d’être un Système d’Information (RH ou non) et décrivez ses composants. Soyez le plus exhaustif possible en matière de composants.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57"/>
          <p:cNvPicPr preferRelativeResize="0"/>
          <p:nvPr/>
        </p:nvPicPr>
        <p:blipFill>
          <a:blip r:embed="rId3">
            <a:alphaModFix/>
          </a:blip>
          <a:stretch>
            <a:fillRect/>
          </a:stretch>
        </p:blipFill>
        <p:spPr>
          <a:xfrm>
            <a:off x="3841350" y="1101250"/>
            <a:ext cx="5032025" cy="3776500"/>
          </a:xfrm>
          <a:prstGeom prst="rect">
            <a:avLst/>
          </a:prstGeom>
          <a:noFill/>
          <a:ln>
            <a:noFill/>
          </a:ln>
        </p:spPr>
      </p:pic>
      <p:sp>
        <p:nvSpPr>
          <p:cNvPr id="579" name="Google Shape;579;p57"/>
          <p:cNvSpPr txBox="1"/>
          <p:nvPr>
            <p:ph type="title"/>
          </p:nvPr>
        </p:nvSpPr>
        <p:spPr>
          <a:xfrm>
            <a:off x="304800" y="3226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Introduction au modèle OSI</a:t>
            </a:r>
            <a:endParaRPr/>
          </a:p>
        </p:txBody>
      </p:sp>
      <p:sp>
        <p:nvSpPr>
          <p:cNvPr id="580" name="Google Shape;580;p57"/>
          <p:cNvSpPr txBox="1"/>
          <p:nvPr>
            <p:ph idx="1" type="body"/>
          </p:nvPr>
        </p:nvSpPr>
        <p:spPr>
          <a:xfrm>
            <a:off x="819150" y="1990725"/>
            <a:ext cx="30222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Le modèle </a:t>
            </a:r>
            <a:r>
              <a:rPr b="1" lang="fr"/>
              <a:t>Open Systems Interconnection</a:t>
            </a:r>
            <a:r>
              <a:rPr lang="fr"/>
              <a:t> ou </a:t>
            </a:r>
            <a:r>
              <a:rPr b="1" lang="fr"/>
              <a:t>OSI </a:t>
            </a:r>
            <a:r>
              <a:rPr lang="fr"/>
              <a:t>(1984) est un cadre conceptuel qui définit comment les systèmes réseaux envoient des données d’un expéditeur à un destinataire.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4" name="Shape 584"/>
        <p:cNvGrpSpPr/>
        <p:nvPr/>
      </p:nvGrpSpPr>
      <p:grpSpPr>
        <a:xfrm>
          <a:off x="0" y="0"/>
          <a:ext cx="0" cy="0"/>
          <a:chOff x="0" y="0"/>
          <a:chExt cx="0" cy="0"/>
        </a:xfrm>
      </p:grpSpPr>
      <p:sp>
        <p:nvSpPr>
          <p:cNvPr id="585" name="Google Shape;585;p5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Exercice</a:t>
            </a:r>
            <a:endParaRPr/>
          </a:p>
        </p:txBody>
      </p:sp>
      <p:pic>
        <p:nvPicPr>
          <p:cNvPr id="586" name="Google Shape;586;p58"/>
          <p:cNvPicPr preferRelativeResize="0"/>
          <p:nvPr/>
        </p:nvPicPr>
        <p:blipFill>
          <a:blip r:embed="rId3">
            <a:alphaModFix/>
          </a:blip>
          <a:stretch>
            <a:fillRect/>
          </a:stretch>
        </p:blipFill>
        <p:spPr>
          <a:xfrm>
            <a:off x="3052750" y="1523975"/>
            <a:ext cx="3038500" cy="3038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0" name="Shape 590"/>
        <p:cNvGrpSpPr/>
        <p:nvPr/>
      </p:nvGrpSpPr>
      <p:grpSpPr>
        <a:xfrm>
          <a:off x="0" y="0"/>
          <a:ext cx="0" cy="0"/>
          <a:chOff x="0" y="0"/>
          <a:chExt cx="0" cy="0"/>
        </a:xfrm>
      </p:grpSpPr>
      <p:sp>
        <p:nvSpPr>
          <p:cNvPr id="591" name="Google Shape;591;p5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Instagram</a:t>
            </a:r>
            <a:endParaRPr/>
          </a:p>
        </p:txBody>
      </p:sp>
      <p:sp>
        <p:nvSpPr>
          <p:cNvPr id="592" name="Google Shape;592;p5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fr"/>
              <a:t>Etablissement de la connexion</a:t>
            </a:r>
            <a:endParaRPr/>
          </a:p>
          <a:p>
            <a:pPr indent="-311150" lvl="0" marL="457200" rtl="0" algn="l">
              <a:spcBef>
                <a:spcPts val="0"/>
              </a:spcBef>
              <a:spcAft>
                <a:spcPts val="0"/>
              </a:spcAft>
              <a:buSzPts val="1300"/>
              <a:buAutoNum type="arabicPeriod"/>
            </a:pPr>
            <a:r>
              <a:rPr lang="fr"/>
              <a:t>Authentification</a:t>
            </a:r>
            <a:endParaRPr/>
          </a:p>
          <a:p>
            <a:pPr indent="-311150" lvl="0" marL="457200" rtl="0" algn="l">
              <a:spcBef>
                <a:spcPts val="0"/>
              </a:spcBef>
              <a:spcAft>
                <a:spcPts val="0"/>
              </a:spcAft>
              <a:buSzPts val="1300"/>
              <a:buAutoNum type="arabicPeriod"/>
            </a:pPr>
            <a:r>
              <a:rPr lang="fr"/>
              <a:t>Recherche du destinataire</a:t>
            </a:r>
            <a:endParaRPr/>
          </a:p>
          <a:p>
            <a:pPr indent="-311150" lvl="0" marL="457200" rtl="0" algn="l">
              <a:spcBef>
                <a:spcPts val="0"/>
              </a:spcBef>
              <a:spcAft>
                <a:spcPts val="0"/>
              </a:spcAft>
              <a:buSzPts val="1300"/>
              <a:buAutoNum type="arabicPeriod"/>
            </a:pPr>
            <a:r>
              <a:rPr lang="fr"/>
              <a:t>Transmission du message</a:t>
            </a:r>
            <a:endParaRPr/>
          </a:p>
          <a:p>
            <a:pPr indent="-311150" lvl="0" marL="457200" rtl="0" algn="l">
              <a:spcBef>
                <a:spcPts val="0"/>
              </a:spcBef>
              <a:spcAft>
                <a:spcPts val="0"/>
              </a:spcAft>
              <a:buSzPts val="1300"/>
              <a:buAutoNum type="arabicPeriod"/>
            </a:pPr>
            <a:r>
              <a:rPr lang="fr"/>
              <a:t>Stockage temporaire</a:t>
            </a:r>
            <a:endParaRPr/>
          </a:p>
          <a:p>
            <a:pPr indent="-311150" lvl="0" marL="457200" rtl="0" algn="l">
              <a:spcBef>
                <a:spcPts val="0"/>
              </a:spcBef>
              <a:spcAft>
                <a:spcPts val="0"/>
              </a:spcAft>
              <a:buSzPts val="1300"/>
              <a:buAutoNum type="arabicPeriod"/>
            </a:pPr>
            <a:r>
              <a:rPr lang="fr"/>
              <a:t>Notification</a:t>
            </a:r>
            <a:endParaRPr/>
          </a:p>
          <a:p>
            <a:pPr indent="-311150" lvl="0" marL="457200" rtl="0" algn="l">
              <a:spcBef>
                <a:spcPts val="0"/>
              </a:spcBef>
              <a:spcAft>
                <a:spcPts val="0"/>
              </a:spcAft>
              <a:buSzPts val="1300"/>
              <a:buAutoNum type="arabicPeriod"/>
            </a:pPr>
            <a:r>
              <a:rPr lang="fr"/>
              <a:t>Récupération du message</a:t>
            </a:r>
            <a:endParaRPr/>
          </a:p>
          <a:p>
            <a:pPr indent="-311150" lvl="0" marL="457200" rtl="0" algn="l">
              <a:spcBef>
                <a:spcPts val="0"/>
              </a:spcBef>
              <a:spcAft>
                <a:spcPts val="0"/>
              </a:spcAft>
              <a:buSzPts val="1300"/>
              <a:buAutoNum type="arabicPeriod"/>
            </a:pPr>
            <a:r>
              <a:rPr lang="fr"/>
              <a:t>Affichage du message</a:t>
            </a:r>
            <a:endParaRPr/>
          </a:p>
        </p:txBody>
      </p:sp>
      <p:pic>
        <p:nvPicPr>
          <p:cNvPr id="593" name="Google Shape;593;p59"/>
          <p:cNvPicPr preferRelativeResize="0"/>
          <p:nvPr/>
        </p:nvPicPr>
        <p:blipFill>
          <a:blip r:embed="rId3">
            <a:alphaModFix/>
          </a:blip>
          <a:stretch>
            <a:fillRect/>
          </a:stretch>
        </p:blipFill>
        <p:spPr>
          <a:xfrm>
            <a:off x="7246625" y="340975"/>
            <a:ext cx="1519252" cy="151925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Architecture d’un SI</a:t>
            </a:r>
            <a:endParaRPr/>
          </a:p>
        </p:txBody>
      </p:sp>
      <p:pic>
        <p:nvPicPr>
          <p:cNvPr id="599" name="Google Shape;599;p60"/>
          <p:cNvPicPr preferRelativeResize="0"/>
          <p:nvPr/>
        </p:nvPicPr>
        <p:blipFill>
          <a:blip r:embed="rId3">
            <a:alphaModFix/>
          </a:blip>
          <a:stretch>
            <a:fillRect/>
          </a:stretch>
        </p:blipFill>
        <p:spPr>
          <a:xfrm>
            <a:off x="1023038" y="1506475"/>
            <a:ext cx="7097937" cy="3038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6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Infrastructures matérielles</a:t>
            </a:r>
            <a:endParaRPr/>
          </a:p>
        </p:txBody>
      </p:sp>
      <p:pic>
        <p:nvPicPr>
          <p:cNvPr id="605" name="Google Shape;605;p61"/>
          <p:cNvPicPr preferRelativeResize="0"/>
          <p:nvPr/>
        </p:nvPicPr>
        <p:blipFill>
          <a:blip r:embed="rId3">
            <a:alphaModFix/>
          </a:blip>
          <a:stretch>
            <a:fillRect/>
          </a:stretch>
        </p:blipFill>
        <p:spPr>
          <a:xfrm>
            <a:off x="558050" y="1913050"/>
            <a:ext cx="2888049" cy="1624524"/>
          </a:xfrm>
          <a:prstGeom prst="rect">
            <a:avLst/>
          </a:prstGeom>
          <a:noFill/>
          <a:ln>
            <a:noFill/>
          </a:ln>
        </p:spPr>
      </p:pic>
      <p:pic>
        <p:nvPicPr>
          <p:cNvPr id="606" name="Google Shape;606;p61"/>
          <p:cNvPicPr preferRelativeResize="0"/>
          <p:nvPr/>
        </p:nvPicPr>
        <p:blipFill>
          <a:blip r:embed="rId4">
            <a:alphaModFix/>
          </a:blip>
          <a:stretch>
            <a:fillRect/>
          </a:stretch>
        </p:blipFill>
        <p:spPr>
          <a:xfrm>
            <a:off x="3687262" y="1892000"/>
            <a:ext cx="1666625" cy="1666625"/>
          </a:xfrm>
          <a:prstGeom prst="rect">
            <a:avLst/>
          </a:prstGeom>
          <a:noFill/>
          <a:ln>
            <a:noFill/>
          </a:ln>
        </p:spPr>
      </p:pic>
      <p:pic>
        <p:nvPicPr>
          <p:cNvPr id="607" name="Google Shape;607;p61"/>
          <p:cNvPicPr preferRelativeResize="0"/>
          <p:nvPr/>
        </p:nvPicPr>
        <p:blipFill>
          <a:blip r:embed="rId5">
            <a:alphaModFix/>
          </a:blip>
          <a:stretch>
            <a:fillRect/>
          </a:stretch>
        </p:blipFill>
        <p:spPr>
          <a:xfrm>
            <a:off x="5543675" y="1634849"/>
            <a:ext cx="3151026" cy="21006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Infrastructures matérielles</a:t>
            </a:r>
            <a:endParaRPr/>
          </a:p>
        </p:txBody>
      </p:sp>
      <p:pic>
        <p:nvPicPr>
          <p:cNvPr id="613" name="Google Shape;613;p62"/>
          <p:cNvPicPr preferRelativeResize="0"/>
          <p:nvPr/>
        </p:nvPicPr>
        <p:blipFill>
          <a:blip r:embed="rId3">
            <a:alphaModFix/>
          </a:blip>
          <a:stretch>
            <a:fillRect/>
          </a:stretch>
        </p:blipFill>
        <p:spPr>
          <a:xfrm>
            <a:off x="731438" y="1800200"/>
            <a:ext cx="1942423" cy="2966098"/>
          </a:xfrm>
          <a:prstGeom prst="rect">
            <a:avLst/>
          </a:prstGeom>
          <a:noFill/>
          <a:ln>
            <a:noFill/>
          </a:ln>
        </p:spPr>
      </p:pic>
      <p:pic>
        <p:nvPicPr>
          <p:cNvPr id="614" name="Google Shape;614;p62"/>
          <p:cNvPicPr preferRelativeResize="0"/>
          <p:nvPr/>
        </p:nvPicPr>
        <p:blipFill>
          <a:blip r:embed="rId4">
            <a:alphaModFix/>
          </a:blip>
          <a:stretch>
            <a:fillRect/>
          </a:stretch>
        </p:blipFill>
        <p:spPr>
          <a:xfrm>
            <a:off x="2823463" y="1800200"/>
            <a:ext cx="2966098" cy="2966098"/>
          </a:xfrm>
          <a:prstGeom prst="rect">
            <a:avLst/>
          </a:prstGeom>
          <a:noFill/>
          <a:ln>
            <a:noFill/>
          </a:ln>
        </p:spPr>
      </p:pic>
      <p:pic>
        <p:nvPicPr>
          <p:cNvPr id="615" name="Google Shape;615;p62"/>
          <p:cNvPicPr preferRelativeResize="0"/>
          <p:nvPr/>
        </p:nvPicPr>
        <p:blipFill>
          <a:blip r:embed="rId5">
            <a:alphaModFix/>
          </a:blip>
          <a:stretch>
            <a:fillRect/>
          </a:stretch>
        </p:blipFill>
        <p:spPr>
          <a:xfrm>
            <a:off x="5939160" y="1800200"/>
            <a:ext cx="2473413" cy="3038500"/>
          </a:xfrm>
          <a:prstGeom prst="rect">
            <a:avLst/>
          </a:prstGeom>
          <a:noFill/>
          <a:ln>
            <a:noFill/>
          </a:ln>
        </p:spPr>
      </p:pic>
      <p:sp>
        <p:nvSpPr>
          <p:cNvPr id="616" name="Google Shape;616;p62"/>
          <p:cNvSpPr txBox="1"/>
          <p:nvPr/>
        </p:nvSpPr>
        <p:spPr>
          <a:xfrm>
            <a:off x="3508950" y="1397300"/>
            <a:ext cx="2126100" cy="40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Et d’autres…</a:t>
            </a:r>
            <a:endParaRPr>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6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Infrastructures logicielles</a:t>
            </a:r>
            <a:endParaRPr/>
          </a:p>
        </p:txBody>
      </p:sp>
      <p:pic>
        <p:nvPicPr>
          <p:cNvPr id="622" name="Google Shape;622;p63"/>
          <p:cNvPicPr preferRelativeResize="0"/>
          <p:nvPr/>
        </p:nvPicPr>
        <p:blipFill>
          <a:blip r:embed="rId3">
            <a:alphaModFix/>
          </a:blip>
          <a:stretch>
            <a:fillRect/>
          </a:stretch>
        </p:blipFill>
        <p:spPr>
          <a:xfrm>
            <a:off x="2338775" y="1800200"/>
            <a:ext cx="4466450" cy="233853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Infrastructures réseaux</a:t>
            </a:r>
            <a:endParaRPr/>
          </a:p>
        </p:txBody>
      </p:sp>
      <p:pic>
        <p:nvPicPr>
          <p:cNvPr id="628" name="Google Shape;628;p64"/>
          <p:cNvPicPr preferRelativeResize="0"/>
          <p:nvPr/>
        </p:nvPicPr>
        <p:blipFill>
          <a:blip r:embed="rId3">
            <a:alphaModFix/>
          </a:blip>
          <a:stretch>
            <a:fillRect/>
          </a:stretch>
        </p:blipFill>
        <p:spPr>
          <a:xfrm>
            <a:off x="158001" y="1540000"/>
            <a:ext cx="3453076" cy="1942350"/>
          </a:xfrm>
          <a:prstGeom prst="rect">
            <a:avLst/>
          </a:prstGeom>
          <a:noFill/>
          <a:ln>
            <a:noFill/>
          </a:ln>
        </p:spPr>
      </p:pic>
      <p:pic>
        <p:nvPicPr>
          <p:cNvPr id="629" name="Google Shape;629;p64"/>
          <p:cNvPicPr preferRelativeResize="0"/>
          <p:nvPr/>
        </p:nvPicPr>
        <p:blipFill>
          <a:blip r:embed="rId4">
            <a:alphaModFix/>
          </a:blip>
          <a:stretch>
            <a:fillRect/>
          </a:stretch>
        </p:blipFill>
        <p:spPr>
          <a:xfrm>
            <a:off x="3679645" y="2307190"/>
            <a:ext cx="2333900" cy="1449475"/>
          </a:xfrm>
          <a:prstGeom prst="rect">
            <a:avLst/>
          </a:prstGeom>
          <a:noFill/>
          <a:ln>
            <a:noFill/>
          </a:ln>
        </p:spPr>
      </p:pic>
      <p:pic>
        <p:nvPicPr>
          <p:cNvPr id="630" name="Google Shape;630;p64"/>
          <p:cNvPicPr preferRelativeResize="0"/>
          <p:nvPr/>
        </p:nvPicPr>
        <p:blipFill>
          <a:blip r:embed="rId5">
            <a:alphaModFix/>
          </a:blip>
          <a:stretch>
            <a:fillRect/>
          </a:stretch>
        </p:blipFill>
        <p:spPr>
          <a:xfrm>
            <a:off x="6116415" y="2184050"/>
            <a:ext cx="2597055" cy="1454351"/>
          </a:xfrm>
          <a:prstGeom prst="rect">
            <a:avLst/>
          </a:prstGeom>
          <a:noFill/>
          <a:ln>
            <a:noFill/>
          </a:ln>
        </p:spPr>
      </p:pic>
      <p:sp>
        <p:nvSpPr>
          <p:cNvPr id="631" name="Google Shape;631;p64"/>
          <p:cNvSpPr txBox="1"/>
          <p:nvPr/>
        </p:nvSpPr>
        <p:spPr>
          <a:xfrm>
            <a:off x="1055250" y="4108000"/>
            <a:ext cx="6926700" cy="6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u="sng">
                <a:solidFill>
                  <a:schemeClr val="hlink"/>
                </a:solidFill>
                <a:latin typeface="Calibri"/>
                <a:ea typeface="Calibri"/>
                <a:cs typeface="Calibri"/>
                <a:sym typeface="Calibri"/>
                <a:hlinkClick r:id="rId6"/>
              </a:rPr>
              <a:t>https://www.nytimes.com/interactive/2019/03/10/technology/internet-cables-oceans.html</a:t>
            </a:r>
            <a:endParaRPr>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5"/>
          <p:cNvSpPr/>
          <p:nvPr/>
        </p:nvSpPr>
        <p:spPr>
          <a:xfrm>
            <a:off x="970125" y="1404850"/>
            <a:ext cx="7505676" cy="2632932"/>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37" name="Google Shape;637;p6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Architecture d’un SI</a:t>
            </a:r>
            <a:endParaRPr/>
          </a:p>
        </p:txBody>
      </p:sp>
      <p:sp>
        <p:nvSpPr>
          <p:cNvPr id="638" name="Google Shape;638;p65"/>
          <p:cNvSpPr/>
          <p:nvPr/>
        </p:nvSpPr>
        <p:spPr>
          <a:xfrm>
            <a:off x="1169225" y="2297075"/>
            <a:ext cx="1924500" cy="472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Matériel</a:t>
            </a:r>
            <a:endParaRPr>
              <a:latin typeface="Calibri"/>
              <a:ea typeface="Calibri"/>
              <a:cs typeface="Calibri"/>
              <a:sym typeface="Calibri"/>
            </a:endParaRPr>
          </a:p>
        </p:txBody>
      </p:sp>
      <p:sp>
        <p:nvSpPr>
          <p:cNvPr id="639" name="Google Shape;639;p65"/>
          <p:cNvSpPr/>
          <p:nvPr/>
        </p:nvSpPr>
        <p:spPr>
          <a:xfrm>
            <a:off x="3520200" y="2297075"/>
            <a:ext cx="1924500" cy="472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Réseau</a:t>
            </a:r>
            <a:endParaRPr>
              <a:latin typeface="Calibri"/>
              <a:ea typeface="Calibri"/>
              <a:cs typeface="Calibri"/>
              <a:sym typeface="Calibri"/>
            </a:endParaRPr>
          </a:p>
        </p:txBody>
      </p:sp>
      <p:sp>
        <p:nvSpPr>
          <p:cNvPr id="640" name="Google Shape;640;p65"/>
          <p:cNvSpPr/>
          <p:nvPr/>
        </p:nvSpPr>
        <p:spPr>
          <a:xfrm>
            <a:off x="5871175" y="2297075"/>
            <a:ext cx="1924500" cy="472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Logiciel</a:t>
            </a:r>
            <a:endParaRPr>
              <a:latin typeface="Calibri"/>
              <a:ea typeface="Calibri"/>
              <a:cs typeface="Calibri"/>
              <a:sym typeface="Calibri"/>
            </a:endParaRPr>
          </a:p>
        </p:txBody>
      </p:sp>
      <p:sp>
        <p:nvSpPr>
          <p:cNvPr id="641" name="Google Shape;641;p65"/>
          <p:cNvSpPr/>
          <p:nvPr/>
        </p:nvSpPr>
        <p:spPr>
          <a:xfrm>
            <a:off x="1169225" y="4037775"/>
            <a:ext cx="6626400" cy="4725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Cloud</a:t>
            </a:r>
            <a:endParaRPr>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pic>
        <p:nvPicPr>
          <p:cNvPr id="646" name="Google Shape;646;p66"/>
          <p:cNvPicPr preferRelativeResize="0"/>
          <p:nvPr/>
        </p:nvPicPr>
        <p:blipFill>
          <a:blip r:embed="rId3">
            <a:alphaModFix/>
          </a:blip>
          <a:stretch>
            <a:fillRect/>
          </a:stretch>
        </p:blipFill>
        <p:spPr>
          <a:xfrm>
            <a:off x="471900" y="341624"/>
            <a:ext cx="8200201" cy="44602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6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Qu’est ce qu’un SaaS ? </a:t>
            </a:r>
            <a:endParaRPr/>
          </a:p>
        </p:txBody>
      </p:sp>
      <p:pic>
        <p:nvPicPr>
          <p:cNvPr id="652" name="Google Shape;652;p67"/>
          <p:cNvPicPr preferRelativeResize="0"/>
          <p:nvPr/>
        </p:nvPicPr>
        <p:blipFill>
          <a:blip r:embed="rId3">
            <a:alphaModFix/>
          </a:blip>
          <a:stretch>
            <a:fillRect/>
          </a:stretch>
        </p:blipFill>
        <p:spPr>
          <a:xfrm>
            <a:off x="1557600" y="1158875"/>
            <a:ext cx="6028794" cy="3530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8"/>
          <p:cNvSpPr/>
          <p:nvPr/>
        </p:nvSpPr>
        <p:spPr>
          <a:xfrm>
            <a:off x="2342425" y="877150"/>
            <a:ext cx="4406400" cy="4149000"/>
          </a:xfrm>
          <a:prstGeom prst="roundRect">
            <a:avLst>
              <a:gd fmla="val 16667" name="adj"/>
            </a:avLst>
          </a:prstGeom>
          <a:noFill/>
          <a:ln cap="flat" cmpd="sng" w="28575">
            <a:solidFill>
              <a:schemeClr val="lt2"/>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68"/>
          <p:cNvSpPr txBox="1"/>
          <p:nvPr>
            <p:ph type="title"/>
          </p:nvPr>
        </p:nvSpPr>
        <p:spPr>
          <a:xfrm>
            <a:off x="1297500" y="393750"/>
            <a:ext cx="7038900" cy="57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Qu’est ce qu’un SaaS ?</a:t>
            </a:r>
            <a:endParaRPr/>
          </a:p>
        </p:txBody>
      </p:sp>
      <p:pic>
        <p:nvPicPr>
          <p:cNvPr id="659" name="Google Shape;659;p68"/>
          <p:cNvPicPr preferRelativeResize="0"/>
          <p:nvPr/>
        </p:nvPicPr>
        <p:blipFill>
          <a:blip r:embed="rId3">
            <a:alphaModFix/>
          </a:blip>
          <a:stretch>
            <a:fillRect/>
          </a:stretch>
        </p:blipFill>
        <p:spPr>
          <a:xfrm>
            <a:off x="63400" y="1307850"/>
            <a:ext cx="1473500" cy="3666750"/>
          </a:xfrm>
          <a:prstGeom prst="rect">
            <a:avLst/>
          </a:prstGeom>
          <a:noFill/>
          <a:ln>
            <a:noFill/>
          </a:ln>
        </p:spPr>
      </p:pic>
      <p:pic>
        <p:nvPicPr>
          <p:cNvPr id="660" name="Google Shape;660;p68"/>
          <p:cNvPicPr preferRelativeResize="0"/>
          <p:nvPr/>
        </p:nvPicPr>
        <p:blipFill>
          <a:blip r:embed="rId4">
            <a:alphaModFix/>
          </a:blip>
          <a:stretch>
            <a:fillRect/>
          </a:stretch>
        </p:blipFill>
        <p:spPr>
          <a:xfrm>
            <a:off x="2999737" y="1802050"/>
            <a:ext cx="492300" cy="492300"/>
          </a:xfrm>
          <a:prstGeom prst="rect">
            <a:avLst/>
          </a:prstGeom>
          <a:noFill/>
          <a:ln>
            <a:noFill/>
          </a:ln>
        </p:spPr>
      </p:pic>
      <p:pic>
        <p:nvPicPr>
          <p:cNvPr id="661" name="Google Shape;661;p68"/>
          <p:cNvPicPr preferRelativeResize="0"/>
          <p:nvPr/>
        </p:nvPicPr>
        <p:blipFill>
          <a:blip r:embed="rId5">
            <a:alphaModFix/>
          </a:blip>
          <a:stretch>
            <a:fillRect/>
          </a:stretch>
        </p:blipFill>
        <p:spPr>
          <a:xfrm>
            <a:off x="3706513" y="4647101"/>
            <a:ext cx="368514" cy="327500"/>
          </a:xfrm>
          <a:prstGeom prst="rect">
            <a:avLst/>
          </a:prstGeom>
          <a:noFill/>
          <a:ln>
            <a:noFill/>
          </a:ln>
        </p:spPr>
      </p:pic>
      <p:pic>
        <p:nvPicPr>
          <p:cNvPr id="662" name="Google Shape;662;p68"/>
          <p:cNvPicPr preferRelativeResize="0"/>
          <p:nvPr/>
        </p:nvPicPr>
        <p:blipFill>
          <a:blip r:embed="rId6">
            <a:alphaModFix/>
          </a:blip>
          <a:stretch>
            <a:fillRect/>
          </a:stretch>
        </p:blipFill>
        <p:spPr>
          <a:xfrm>
            <a:off x="3914525" y="3292094"/>
            <a:ext cx="327501" cy="325252"/>
          </a:xfrm>
          <a:prstGeom prst="rect">
            <a:avLst/>
          </a:prstGeom>
          <a:noFill/>
          <a:ln>
            <a:noFill/>
          </a:ln>
        </p:spPr>
      </p:pic>
      <p:pic>
        <p:nvPicPr>
          <p:cNvPr id="663" name="Google Shape;663;p68"/>
          <p:cNvPicPr preferRelativeResize="0"/>
          <p:nvPr/>
        </p:nvPicPr>
        <p:blipFill>
          <a:blip r:embed="rId7">
            <a:alphaModFix/>
          </a:blip>
          <a:stretch>
            <a:fillRect/>
          </a:stretch>
        </p:blipFill>
        <p:spPr>
          <a:xfrm>
            <a:off x="4399025" y="3290975"/>
            <a:ext cx="327501" cy="327501"/>
          </a:xfrm>
          <a:prstGeom prst="rect">
            <a:avLst/>
          </a:prstGeom>
          <a:noFill/>
          <a:ln>
            <a:noFill/>
          </a:ln>
        </p:spPr>
      </p:pic>
      <p:pic>
        <p:nvPicPr>
          <p:cNvPr id="664" name="Google Shape;664;p68"/>
          <p:cNvPicPr preferRelativeResize="0"/>
          <p:nvPr/>
        </p:nvPicPr>
        <p:blipFill>
          <a:blip r:embed="rId8">
            <a:alphaModFix/>
          </a:blip>
          <a:stretch>
            <a:fillRect/>
          </a:stretch>
        </p:blipFill>
        <p:spPr>
          <a:xfrm>
            <a:off x="4901976" y="3290976"/>
            <a:ext cx="327501" cy="327501"/>
          </a:xfrm>
          <a:prstGeom prst="rect">
            <a:avLst/>
          </a:prstGeom>
          <a:noFill/>
          <a:ln>
            <a:noFill/>
          </a:ln>
        </p:spPr>
      </p:pic>
      <p:pic>
        <p:nvPicPr>
          <p:cNvPr id="665" name="Google Shape;665;p68"/>
          <p:cNvPicPr preferRelativeResize="0"/>
          <p:nvPr/>
        </p:nvPicPr>
        <p:blipFill>
          <a:blip r:embed="rId9">
            <a:alphaModFix/>
          </a:blip>
          <a:stretch>
            <a:fillRect/>
          </a:stretch>
        </p:blipFill>
        <p:spPr>
          <a:xfrm>
            <a:off x="4079701" y="3966804"/>
            <a:ext cx="492300" cy="503959"/>
          </a:xfrm>
          <a:prstGeom prst="rect">
            <a:avLst/>
          </a:prstGeom>
          <a:noFill/>
          <a:ln>
            <a:noFill/>
          </a:ln>
        </p:spPr>
      </p:pic>
      <p:pic>
        <p:nvPicPr>
          <p:cNvPr id="666" name="Google Shape;666;p68"/>
          <p:cNvPicPr preferRelativeResize="0"/>
          <p:nvPr/>
        </p:nvPicPr>
        <p:blipFill>
          <a:blip r:embed="rId9">
            <a:alphaModFix/>
          </a:blip>
          <a:stretch>
            <a:fillRect/>
          </a:stretch>
        </p:blipFill>
        <p:spPr>
          <a:xfrm>
            <a:off x="3587401" y="3966804"/>
            <a:ext cx="492300" cy="503959"/>
          </a:xfrm>
          <a:prstGeom prst="rect">
            <a:avLst/>
          </a:prstGeom>
          <a:noFill/>
          <a:ln>
            <a:noFill/>
          </a:ln>
        </p:spPr>
      </p:pic>
      <p:pic>
        <p:nvPicPr>
          <p:cNvPr id="667" name="Google Shape;667;p68"/>
          <p:cNvPicPr preferRelativeResize="0"/>
          <p:nvPr/>
        </p:nvPicPr>
        <p:blipFill>
          <a:blip r:embed="rId9">
            <a:alphaModFix/>
          </a:blip>
          <a:stretch>
            <a:fillRect/>
          </a:stretch>
        </p:blipFill>
        <p:spPr>
          <a:xfrm>
            <a:off x="4572001" y="3966804"/>
            <a:ext cx="492300" cy="503959"/>
          </a:xfrm>
          <a:prstGeom prst="rect">
            <a:avLst/>
          </a:prstGeom>
          <a:noFill/>
          <a:ln>
            <a:noFill/>
          </a:ln>
        </p:spPr>
      </p:pic>
      <p:pic>
        <p:nvPicPr>
          <p:cNvPr id="668" name="Google Shape;668;p68"/>
          <p:cNvPicPr preferRelativeResize="0"/>
          <p:nvPr/>
        </p:nvPicPr>
        <p:blipFill>
          <a:blip r:embed="rId9">
            <a:alphaModFix/>
          </a:blip>
          <a:stretch>
            <a:fillRect/>
          </a:stretch>
        </p:blipFill>
        <p:spPr>
          <a:xfrm>
            <a:off x="5064301" y="3966804"/>
            <a:ext cx="492300" cy="503959"/>
          </a:xfrm>
          <a:prstGeom prst="rect">
            <a:avLst/>
          </a:prstGeom>
          <a:noFill/>
          <a:ln>
            <a:noFill/>
          </a:ln>
        </p:spPr>
      </p:pic>
      <p:pic>
        <p:nvPicPr>
          <p:cNvPr id="669" name="Google Shape;669;p68"/>
          <p:cNvPicPr preferRelativeResize="0"/>
          <p:nvPr/>
        </p:nvPicPr>
        <p:blipFill>
          <a:blip r:embed="rId5">
            <a:alphaModFix/>
          </a:blip>
          <a:stretch>
            <a:fillRect/>
          </a:stretch>
        </p:blipFill>
        <p:spPr>
          <a:xfrm>
            <a:off x="4169988" y="4647101"/>
            <a:ext cx="368514" cy="327500"/>
          </a:xfrm>
          <a:prstGeom prst="rect">
            <a:avLst/>
          </a:prstGeom>
          <a:noFill/>
          <a:ln>
            <a:noFill/>
          </a:ln>
        </p:spPr>
      </p:pic>
      <p:pic>
        <p:nvPicPr>
          <p:cNvPr id="670" name="Google Shape;670;p68"/>
          <p:cNvPicPr preferRelativeResize="0"/>
          <p:nvPr/>
        </p:nvPicPr>
        <p:blipFill>
          <a:blip r:embed="rId5">
            <a:alphaModFix/>
          </a:blip>
          <a:stretch>
            <a:fillRect/>
          </a:stretch>
        </p:blipFill>
        <p:spPr>
          <a:xfrm>
            <a:off x="4662288" y="4647101"/>
            <a:ext cx="368514" cy="327500"/>
          </a:xfrm>
          <a:prstGeom prst="rect">
            <a:avLst/>
          </a:prstGeom>
          <a:noFill/>
          <a:ln>
            <a:noFill/>
          </a:ln>
        </p:spPr>
      </p:pic>
      <p:pic>
        <p:nvPicPr>
          <p:cNvPr id="671" name="Google Shape;671;p68"/>
          <p:cNvPicPr preferRelativeResize="0"/>
          <p:nvPr/>
        </p:nvPicPr>
        <p:blipFill>
          <a:blip r:embed="rId5">
            <a:alphaModFix/>
          </a:blip>
          <a:stretch>
            <a:fillRect/>
          </a:stretch>
        </p:blipFill>
        <p:spPr>
          <a:xfrm>
            <a:off x="5154588" y="4647101"/>
            <a:ext cx="368514" cy="327500"/>
          </a:xfrm>
          <a:prstGeom prst="rect">
            <a:avLst/>
          </a:prstGeom>
          <a:noFill/>
          <a:ln>
            <a:noFill/>
          </a:ln>
        </p:spPr>
      </p:pic>
      <p:pic>
        <p:nvPicPr>
          <p:cNvPr id="672" name="Google Shape;672;p68"/>
          <p:cNvPicPr preferRelativeResize="0"/>
          <p:nvPr/>
        </p:nvPicPr>
        <p:blipFill>
          <a:blip r:embed="rId5">
            <a:alphaModFix/>
          </a:blip>
          <a:stretch>
            <a:fillRect/>
          </a:stretch>
        </p:blipFill>
        <p:spPr>
          <a:xfrm>
            <a:off x="3663700" y="2492201"/>
            <a:ext cx="368514" cy="327500"/>
          </a:xfrm>
          <a:prstGeom prst="rect">
            <a:avLst/>
          </a:prstGeom>
          <a:noFill/>
          <a:ln>
            <a:noFill/>
          </a:ln>
        </p:spPr>
      </p:pic>
      <p:pic>
        <p:nvPicPr>
          <p:cNvPr id="673" name="Google Shape;673;p68"/>
          <p:cNvPicPr preferRelativeResize="0"/>
          <p:nvPr/>
        </p:nvPicPr>
        <p:blipFill>
          <a:blip r:embed="rId5">
            <a:alphaModFix/>
          </a:blip>
          <a:stretch>
            <a:fillRect/>
          </a:stretch>
        </p:blipFill>
        <p:spPr>
          <a:xfrm>
            <a:off x="4127175" y="2492201"/>
            <a:ext cx="368514" cy="327500"/>
          </a:xfrm>
          <a:prstGeom prst="rect">
            <a:avLst/>
          </a:prstGeom>
          <a:noFill/>
          <a:ln>
            <a:noFill/>
          </a:ln>
        </p:spPr>
      </p:pic>
      <p:pic>
        <p:nvPicPr>
          <p:cNvPr id="674" name="Google Shape;674;p68"/>
          <p:cNvPicPr preferRelativeResize="0"/>
          <p:nvPr/>
        </p:nvPicPr>
        <p:blipFill>
          <a:blip r:embed="rId5">
            <a:alphaModFix/>
          </a:blip>
          <a:stretch>
            <a:fillRect/>
          </a:stretch>
        </p:blipFill>
        <p:spPr>
          <a:xfrm>
            <a:off x="4619475" y="2492201"/>
            <a:ext cx="368514" cy="327500"/>
          </a:xfrm>
          <a:prstGeom prst="rect">
            <a:avLst/>
          </a:prstGeom>
          <a:noFill/>
          <a:ln>
            <a:noFill/>
          </a:ln>
        </p:spPr>
      </p:pic>
      <p:pic>
        <p:nvPicPr>
          <p:cNvPr id="675" name="Google Shape;675;p68"/>
          <p:cNvPicPr preferRelativeResize="0"/>
          <p:nvPr/>
        </p:nvPicPr>
        <p:blipFill>
          <a:blip r:embed="rId5">
            <a:alphaModFix/>
          </a:blip>
          <a:stretch>
            <a:fillRect/>
          </a:stretch>
        </p:blipFill>
        <p:spPr>
          <a:xfrm>
            <a:off x="5111775" y="2492201"/>
            <a:ext cx="368514" cy="327500"/>
          </a:xfrm>
          <a:prstGeom prst="rect">
            <a:avLst/>
          </a:prstGeom>
          <a:noFill/>
          <a:ln>
            <a:noFill/>
          </a:ln>
        </p:spPr>
      </p:pic>
      <p:pic>
        <p:nvPicPr>
          <p:cNvPr id="676" name="Google Shape;676;p68"/>
          <p:cNvPicPr preferRelativeResize="0"/>
          <p:nvPr/>
        </p:nvPicPr>
        <p:blipFill>
          <a:blip r:embed="rId4">
            <a:alphaModFix/>
          </a:blip>
          <a:stretch>
            <a:fillRect/>
          </a:stretch>
        </p:blipFill>
        <p:spPr>
          <a:xfrm>
            <a:off x="3862137" y="1696300"/>
            <a:ext cx="492300" cy="492300"/>
          </a:xfrm>
          <a:prstGeom prst="rect">
            <a:avLst/>
          </a:prstGeom>
          <a:noFill/>
          <a:ln>
            <a:noFill/>
          </a:ln>
        </p:spPr>
      </p:pic>
      <p:pic>
        <p:nvPicPr>
          <p:cNvPr id="677" name="Google Shape;677;p68"/>
          <p:cNvPicPr preferRelativeResize="0"/>
          <p:nvPr/>
        </p:nvPicPr>
        <p:blipFill>
          <a:blip r:embed="rId4">
            <a:alphaModFix/>
          </a:blip>
          <a:stretch>
            <a:fillRect/>
          </a:stretch>
        </p:blipFill>
        <p:spPr>
          <a:xfrm>
            <a:off x="4832312" y="1696300"/>
            <a:ext cx="492300" cy="492300"/>
          </a:xfrm>
          <a:prstGeom prst="rect">
            <a:avLst/>
          </a:prstGeom>
          <a:noFill/>
          <a:ln>
            <a:noFill/>
          </a:ln>
        </p:spPr>
      </p:pic>
      <p:pic>
        <p:nvPicPr>
          <p:cNvPr id="678" name="Google Shape;678;p68"/>
          <p:cNvPicPr preferRelativeResize="0"/>
          <p:nvPr/>
        </p:nvPicPr>
        <p:blipFill>
          <a:blip r:embed="rId4">
            <a:alphaModFix/>
          </a:blip>
          <a:stretch>
            <a:fillRect/>
          </a:stretch>
        </p:blipFill>
        <p:spPr>
          <a:xfrm>
            <a:off x="5629362" y="1860700"/>
            <a:ext cx="492300" cy="492300"/>
          </a:xfrm>
          <a:prstGeom prst="rect">
            <a:avLst/>
          </a:prstGeom>
          <a:noFill/>
          <a:ln>
            <a:noFill/>
          </a:ln>
        </p:spPr>
      </p:pic>
      <p:cxnSp>
        <p:nvCxnSpPr>
          <p:cNvPr id="679" name="Google Shape;679;p68"/>
          <p:cNvCxnSpPr>
            <a:stCxn id="661" idx="0"/>
            <a:endCxn id="665" idx="2"/>
          </p:cNvCxnSpPr>
          <p:nvPr/>
        </p:nvCxnSpPr>
        <p:spPr>
          <a:xfrm flipH="1" rot="10800000">
            <a:off x="3890770" y="4470701"/>
            <a:ext cx="435000" cy="176400"/>
          </a:xfrm>
          <a:prstGeom prst="straightConnector1">
            <a:avLst/>
          </a:prstGeom>
          <a:noFill/>
          <a:ln cap="flat" cmpd="sng" w="9525">
            <a:solidFill>
              <a:schemeClr val="dk2"/>
            </a:solidFill>
            <a:prstDash val="solid"/>
            <a:round/>
            <a:headEnd len="med" w="med" type="none"/>
            <a:tailEnd len="med" w="med" type="none"/>
          </a:ln>
        </p:spPr>
      </p:cxnSp>
      <p:cxnSp>
        <p:nvCxnSpPr>
          <p:cNvPr id="680" name="Google Shape;680;p68"/>
          <p:cNvCxnSpPr>
            <a:stCxn id="669" idx="0"/>
            <a:endCxn id="666" idx="2"/>
          </p:cNvCxnSpPr>
          <p:nvPr/>
        </p:nvCxnSpPr>
        <p:spPr>
          <a:xfrm rot="10800000">
            <a:off x="38334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681" name="Google Shape;681;p68"/>
          <p:cNvCxnSpPr>
            <a:stCxn id="670" idx="0"/>
            <a:endCxn id="668" idx="2"/>
          </p:cNvCxnSpPr>
          <p:nvPr/>
        </p:nvCxnSpPr>
        <p:spPr>
          <a:xfrm flipH="1" rot="10800000">
            <a:off x="4846545" y="4470701"/>
            <a:ext cx="463800" cy="176400"/>
          </a:xfrm>
          <a:prstGeom prst="straightConnector1">
            <a:avLst/>
          </a:prstGeom>
          <a:noFill/>
          <a:ln cap="flat" cmpd="sng" w="9525">
            <a:solidFill>
              <a:schemeClr val="dk2"/>
            </a:solidFill>
            <a:prstDash val="solid"/>
            <a:round/>
            <a:headEnd len="med" w="med" type="none"/>
            <a:tailEnd len="med" w="med" type="none"/>
          </a:ln>
        </p:spPr>
      </p:cxnSp>
      <p:cxnSp>
        <p:nvCxnSpPr>
          <p:cNvPr id="682" name="Google Shape;682;p68"/>
          <p:cNvCxnSpPr>
            <a:stCxn id="670" idx="0"/>
            <a:endCxn id="666" idx="2"/>
          </p:cNvCxnSpPr>
          <p:nvPr/>
        </p:nvCxnSpPr>
        <p:spPr>
          <a:xfrm rot="10800000">
            <a:off x="3833445" y="4470701"/>
            <a:ext cx="1013100" cy="176400"/>
          </a:xfrm>
          <a:prstGeom prst="straightConnector1">
            <a:avLst/>
          </a:prstGeom>
          <a:noFill/>
          <a:ln cap="flat" cmpd="sng" w="9525">
            <a:solidFill>
              <a:schemeClr val="dk2"/>
            </a:solidFill>
            <a:prstDash val="solid"/>
            <a:round/>
            <a:headEnd len="med" w="med" type="none"/>
            <a:tailEnd len="med" w="med" type="none"/>
          </a:ln>
        </p:spPr>
      </p:cxnSp>
      <p:cxnSp>
        <p:nvCxnSpPr>
          <p:cNvPr id="683" name="Google Shape;683;p68"/>
          <p:cNvCxnSpPr>
            <a:stCxn id="670" idx="0"/>
            <a:endCxn id="665" idx="2"/>
          </p:cNvCxnSpPr>
          <p:nvPr/>
        </p:nvCxnSpPr>
        <p:spPr>
          <a:xfrm rot="10800000">
            <a:off x="43257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684" name="Google Shape;684;p68"/>
          <p:cNvCxnSpPr>
            <a:stCxn id="670" idx="0"/>
            <a:endCxn id="667" idx="2"/>
          </p:cNvCxnSpPr>
          <p:nvPr/>
        </p:nvCxnSpPr>
        <p:spPr>
          <a:xfrm rot="10800000">
            <a:off x="4818045" y="4470701"/>
            <a:ext cx="28500" cy="176400"/>
          </a:xfrm>
          <a:prstGeom prst="straightConnector1">
            <a:avLst/>
          </a:prstGeom>
          <a:noFill/>
          <a:ln cap="flat" cmpd="sng" w="9525">
            <a:solidFill>
              <a:schemeClr val="dk2"/>
            </a:solidFill>
            <a:prstDash val="solid"/>
            <a:round/>
            <a:headEnd len="med" w="med" type="none"/>
            <a:tailEnd len="med" w="med" type="none"/>
          </a:ln>
        </p:spPr>
      </p:cxnSp>
      <p:cxnSp>
        <p:nvCxnSpPr>
          <p:cNvPr id="685" name="Google Shape;685;p68"/>
          <p:cNvCxnSpPr>
            <a:stCxn id="671" idx="0"/>
            <a:endCxn id="667" idx="2"/>
          </p:cNvCxnSpPr>
          <p:nvPr/>
        </p:nvCxnSpPr>
        <p:spPr>
          <a:xfrm rot="10800000">
            <a:off x="48180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686" name="Google Shape;686;p68"/>
          <p:cNvCxnSpPr>
            <a:stCxn id="671" idx="0"/>
            <a:endCxn id="668" idx="2"/>
          </p:cNvCxnSpPr>
          <p:nvPr/>
        </p:nvCxnSpPr>
        <p:spPr>
          <a:xfrm rot="10800000">
            <a:off x="5310345" y="4470701"/>
            <a:ext cx="28500" cy="176400"/>
          </a:xfrm>
          <a:prstGeom prst="straightConnector1">
            <a:avLst/>
          </a:prstGeom>
          <a:noFill/>
          <a:ln cap="flat" cmpd="sng" w="9525">
            <a:solidFill>
              <a:schemeClr val="dk2"/>
            </a:solidFill>
            <a:prstDash val="solid"/>
            <a:round/>
            <a:headEnd len="med" w="med" type="none"/>
            <a:tailEnd len="med" w="med" type="none"/>
          </a:ln>
        </p:spPr>
      </p:cxnSp>
      <p:cxnSp>
        <p:nvCxnSpPr>
          <p:cNvPr id="687" name="Google Shape;687;p68"/>
          <p:cNvCxnSpPr>
            <a:stCxn id="669" idx="0"/>
            <a:endCxn id="668" idx="2"/>
          </p:cNvCxnSpPr>
          <p:nvPr/>
        </p:nvCxnSpPr>
        <p:spPr>
          <a:xfrm flipH="1" rot="10800000">
            <a:off x="4354245" y="4470701"/>
            <a:ext cx="956100" cy="176400"/>
          </a:xfrm>
          <a:prstGeom prst="straightConnector1">
            <a:avLst/>
          </a:prstGeom>
          <a:noFill/>
          <a:ln cap="flat" cmpd="sng" w="9525">
            <a:solidFill>
              <a:schemeClr val="dk2"/>
            </a:solidFill>
            <a:prstDash val="solid"/>
            <a:round/>
            <a:headEnd len="med" w="med" type="none"/>
            <a:tailEnd len="med" w="med" type="none"/>
          </a:ln>
        </p:spPr>
      </p:cxnSp>
      <p:cxnSp>
        <p:nvCxnSpPr>
          <p:cNvPr id="688" name="Google Shape;688;p68"/>
          <p:cNvCxnSpPr>
            <a:stCxn id="666" idx="0"/>
            <a:endCxn id="662" idx="2"/>
          </p:cNvCxnSpPr>
          <p:nvPr/>
        </p:nvCxnSpPr>
        <p:spPr>
          <a:xfrm flipH="1" rot="10800000">
            <a:off x="3833550" y="3617304"/>
            <a:ext cx="244800" cy="349500"/>
          </a:xfrm>
          <a:prstGeom prst="straightConnector1">
            <a:avLst/>
          </a:prstGeom>
          <a:noFill/>
          <a:ln cap="flat" cmpd="sng" w="9525">
            <a:solidFill>
              <a:schemeClr val="dk2"/>
            </a:solidFill>
            <a:prstDash val="solid"/>
            <a:round/>
            <a:headEnd len="med" w="med" type="none"/>
            <a:tailEnd len="med" w="med" type="none"/>
          </a:ln>
        </p:spPr>
      </p:cxnSp>
      <p:cxnSp>
        <p:nvCxnSpPr>
          <p:cNvPr id="689" name="Google Shape;689;p68"/>
          <p:cNvCxnSpPr>
            <a:stCxn id="665" idx="0"/>
            <a:endCxn id="662" idx="2"/>
          </p:cNvCxnSpPr>
          <p:nvPr/>
        </p:nvCxnSpPr>
        <p:spPr>
          <a:xfrm rot="10800000">
            <a:off x="4078350" y="3617304"/>
            <a:ext cx="247500" cy="349500"/>
          </a:xfrm>
          <a:prstGeom prst="straightConnector1">
            <a:avLst/>
          </a:prstGeom>
          <a:noFill/>
          <a:ln cap="flat" cmpd="sng" w="9525">
            <a:solidFill>
              <a:schemeClr val="dk2"/>
            </a:solidFill>
            <a:prstDash val="solid"/>
            <a:round/>
            <a:headEnd len="med" w="med" type="none"/>
            <a:tailEnd len="med" w="med" type="none"/>
          </a:ln>
        </p:spPr>
      </p:cxnSp>
      <p:cxnSp>
        <p:nvCxnSpPr>
          <p:cNvPr id="690" name="Google Shape;690;p68"/>
          <p:cNvCxnSpPr>
            <a:stCxn id="667" idx="0"/>
            <a:endCxn id="663" idx="2"/>
          </p:cNvCxnSpPr>
          <p:nvPr/>
        </p:nvCxnSpPr>
        <p:spPr>
          <a:xfrm rot="10800000">
            <a:off x="4562850" y="3618504"/>
            <a:ext cx="255300" cy="348300"/>
          </a:xfrm>
          <a:prstGeom prst="straightConnector1">
            <a:avLst/>
          </a:prstGeom>
          <a:noFill/>
          <a:ln cap="flat" cmpd="sng" w="9525">
            <a:solidFill>
              <a:schemeClr val="dk2"/>
            </a:solidFill>
            <a:prstDash val="solid"/>
            <a:round/>
            <a:headEnd len="med" w="med" type="none"/>
            <a:tailEnd len="med" w="med" type="none"/>
          </a:ln>
        </p:spPr>
      </p:cxnSp>
      <p:cxnSp>
        <p:nvCxnSpPr>
          <p:cNvPr id="691" name="Google Shape;691;p68"/>
          <p:cNvCxnSpPr>
            <a:stCxn id="668" idx="0"/>
            <a:endCxn id="664" idx="2"/>
          </p:cNvCxnSpPr>
          <p:nvPr/>
        </p:nvCxnSpPr>
        <p:spPr>
          <a:xfrm rot="10800000">
            <a:off x="5065650" y="3618504"/>
            <a:ext cx="244800" cy="348300"/>
          </a:xfrm>
          <a:prstGeom prst="straightConnector1">
            <a:avLst/>
          </a:prstGeom>
          <a:noFill/>
          <a:ln cap="flat" cmpd="sng" w="9525">
            <a:solidFill>
              <a:schemeClr val="dk2"/>
            </a:solidFill>
            <a:prstDash val="solid"/>
            <a:round/>
            <a:headEnd len="med" w="med" type="none"/>
            <a:tailEnd len="med" w="med" type="none"/>
          </a:ln>
        </p:spPr>
      </p:cxnSp>
      <p:cxnSp>
        <p:nvCxnSpPr>
          <p:cNvPr id="692" name="Google Shape;692;p68"/>
          <p:cNvCxnSpPr>
            <a:stCxn id="666" idx="0"/>
            <a:endCxn id="664" idx="2"/>
          </p:cNvCxnSpPr>
          <p:nvPr/>
        </p:nvCxnSpPr>
        <p:spPr>
          <a:xfrm flipH="1" rot="10800000">
            <a:off x="3833550" y="3618504"/>
            <a:ext cx="1232100" cy="348300"/>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68"/>
          <p:cNvCxnSpPr>
            <a:stCxn id="662" idx="0"/>
            <a:endCxn id="672" idx="2"/>
          </p:cNvCxnSpPr>
          <p:nvPr/>
        </p:nvCxnSpPr>
        <p:spPr>
          <a:xfrm rot="10800000">
            <a:off x="3847875" y="2819594"/>
            <a:ext cx="230400" cy="472500"/>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68"/>
          <p:cNvCxnSpPr>
            <a:stCxn id="664" idx="0"/>
            <a:endCxn id="675" idx="2"/>
          </p:cNvCxnSpPr>
          <p:nvPr/>
        </p:nvCxnSpPr>
        <p:spPr>
          <a:xfrm flipH="1" rot="10800000">
            <a:off x="5065726" y="2819676"/>
            <a:ext cx="230400" cy="471300"/>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68"/>
          <p:cNvCxnSpPr>
            <a:stCxn id="664" idx="0"/>
            <a:endCxn id="674" idx="2"/>
          </p:cNvCxnSpPr>
          <p:nvPr/>
        </p:nvCxnSpPr>
        <p:spPr>
          <a:xfrm rot="10800000">
            <a:off x="4803826" y="2819676"/>
            <a:ext cx="261900" cy="471300"/>
          </a:xfrm>
          <a:prstGeom prst="straightConnector1">
            <a:avLst/>
          </a:prstGeom>
          <a:noFill/>
          <a:ln cap="flat" cmpd="sng" w="9525">
            <a:solidFill>
              <a:schemeClr val="dk2"/>
            </a:solidFill>
            <a:prstDash val="solid"/>
            <a:round/>
            <a:headEnd len="med" w="med" type="none"/>
            <a:tailEnd len="med" w="med" type="none"/>
          </a:ln>
        </p:spPr>
      </p:cxnSp>
      <p:cxnSp>
        <p:nvCxnSpPr>
          <p:cNvPr id="696" name="Google Shape;696;p68"/>
          <p:cNvCxnSpPr>
            <a:stCxn id="664" idx="0"/>
            <a:endCxn id="673" idx="2"/>
          </p:cNvCxnSpPr>
          <p:nvPr/>
        </p:nvCxnSpPr>
        <p:spPr>
          <a:xfrm rot="10800000">
            <a:off x="4311526" y="2819676"/>
            <a:ext cx="754200" cy="471300"/>
          </a:xfrm>
          <a:prstGeom prst="straightConnector1">
            <a:avLst/>
          </a:prstGeom>
          <a:noFill/>
          <a:ln cap="flat" cmpd="sng" w="9525">
            <a:solidFill>
              <a:schemeClr val="dk2"/>
            </a:solidFill>
            <a:prstDash val="solid"/>
            <a:round/>
            <a:headEnd len="med" w="med" type="none"/>
            <a:tailEnd len="med" w="med" type="none"/>
          </a:ln>
        </p:spPr>
      </p:cxnSp>
      <p:cxnSp>
        <p:nvCxnSpPr>
          <p:cNvPr id="697" name="Google Shape;697;p68"/>
          <p:cNvCxnSpPr>
            <a:stCxn id="663" idx="0"/>
            <a:endCxn id="674" idx="2"/>
          </p:cNvCxnSpPr>
          <p:nvPr/>
        </p:nvCxnSpPr>
        <p:spPr>
          <a:xfrm flipH="1" rot="10800000">
            <a:off x="4562775" y="2819675"/>
            <a:ext cx="240900" cy="471300"/>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68"/>
          <p:cNvCxnSpPr>
            <a:stCxn id="672" idx="0"/>
            <a:endCxn id="660" idx="2"/>
          </p:cNvCxnSpPr>
          <p:nvPr/>
        </p:nvCxnSpPr>
        <p:spPr>
          <a:xfrm rot="10800000">
            <a:off x="3245857" y="2294201"/>
            <a:ext cx="602100" cy="19800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68"/>
          <p:cNvCxnSpPr>
            <a:stCxn id="672" idx="0"/>
            <a:endCxn id="676" idx="2"/>
          </p:cNvCxnSpPr>
          <p:nvPr/>
        </p:nvCxnSpPr>
        <p:spPr>
          <a:xfrm flipH="1" rot="10800000">
            <a:off x="3847957" y="2188601"/>
            <a:ext cx="260400" cy="303600"/>
          </a:xfrm>
          <a:prstGeom prst="straightConnector1">
            <a:avLst/>
          </a:prstGeom>
          <a:noFill/>
          <a:ln cap="flat" cmpd="sng" w="9525">
            <a:solidFill>
              <a:schemeClr val="dk2"/>
            </a:solidFill>
            <a:prstDash val="solid"/>
            <a:round/>
            <a:headEnd len="med" w="med" type="none"/>
            <a:tailEnd len="med" w="med" type="none"/>
          </a:ln>
        </p:spPr>
      </p:cxnSp>
      <p:cxnSp>
        <p:nvCxnSpPr>
          <p:cNvPr id="700" name="Google Shape;700;p68"/>
          <p:cNvCxnSpPr>
            <a:stCxn id="673" idx="0"/>
            <a:endCxn id="660" idx="2"/>
          </p:cNvCxnSpPr>
          <p:nvPr/>
        </p:nvCxnSpPr>
        <p:spPr>
          <a:xfrm rot="10800000">
            <a:off x="3245832" y="2294201"/>
            <a:ext cx="1065600" cy="198000"/>
          </a:xfrm>
          <a:prstGeom prst="straightConnector1">
            <a:avLst/>
          </a:prstGeom>
          <a:noFill/>
          <a:ln cap="flat" cmpd="sng" w="9525">
            <a:solidFill>
              <a:schemeClr val="dk2"/>
            </a:solidFill>
            <a:prstDash val="solid"/>
            <a:round/>
            <a:headEnd len="med" w="med" type="none"/>
            <a:tailEnd len="med" w="med" type="none"/>
          </a:ln>
        </p:spPr>
      </p:cxnSp>
      <p:cxnSp>
        <p:nvCxnSpPr>
          <p:cNvPr id="701" name="Google Shape;701;p68"/>
          <p:cNvCxnSpPr>
            <a:stCxn id="673" idx="0"/>
            <a:endCxn id="677" idx="2"/>
          </p:cNvCxnSpPr>
          <p:nvPr/>
        </p:nvCxnSpPr>
        <p:spPr>
          <a:xfrm flipH="1" rot="10800000">
            <a:off x="4311432" y="2188601"/>
            <a:ext cx="767100" cy="303600"/>
          </a:xfrm>
          <a:prstGeom prst="straightConnector1">
            <a:avLst/>
          </a:prstGeom>
          <a:noFill/>
          <a:ln cap="flat" cmpd="sng" w="9525">
            <a:solidFill>
              <a:schemeClr val="dk2"/>
            </a:solidFill>
            <a:prstDash val="solid"/>
            <a:round/>
            <a:headEnd len="med" w="med" type="none"/>
            <a:tailEnd len="med" w="med" type="none"/>
          </a:ln>
        </p:spPr>
      </p:cxnSp>
      <p:cxnSp>
        <p:nvCxnSpPr>
          <p:cNvPr id="702" name="Google Shape;702;p68"/>
          <p:cNvCxnSpPr>
            <a:stCxn id="673" idx="0"/>
            <a:endCxn id="678" idx="2"/>
          </p:cNvCxnSpPr>
          <p:nvPr/>
        </p:nvCxnSpPr>
        <p:spPr>
          <a:xfrm flipH="1" rot="10800000">
            <a:off x="4311432" y="2353001"/>
            <a:ext cx="1564200" cy="139200"/>
          </a:xfrm>
          <a:prstGeom prst="straightConnector1">
            <a:avLst/>
          </a:prstGeom>
          <a:noFill/>
          <a:ln cap="flat" cmpd="sng" w="9525">
            <a:solidFill>
              <a:schemeClr val="dk2"/>
            </a:solidFill>
            <a:prstDash val="solid"/>
            <a:round/>
            <a:headEnd len="med" w="med" type="none"/>
            <a:tailEnd len="med" w="med" type="none"/>
          </a:ln>
        </p:spPr>
      </p:cxnSp>
      <p:cxnSp>
        <p:nvCxnSpPr>
          <p:cNvPr id="703" name="Google Shape;703;p68"/>
          <p:cNvCxnSpPr>
            <a:stCxn id="675" idx="0"/>
            <a:endCxn id="677" idx="2"/>
          </p:cNvCxnSpPr>
          <p:nvPr/>
        </p:nvCxnSpPr>
        <p:spPr>
          <a:xfrm rot="10800000">
            <a:off x="5078532" y="2188601"/>
            <a:ext cx="217500" cy="303600"/>
          </a:xfrm>
          <a:prstGeom prst="straightConnector1">
            <a:avLst/>
          </a:prstGeom>
          <a:noFill/>
          <a:ln cap="flat" cmpd="sng" w="9525">
            <a:solidFill>
              <a:schemeClr val="dk2"/>
            </a:solidFill>
            <a:prstDash val="solid"/>
            <a:round/>
            <a:headEnd len="med" w="med" type="none"/>
            <a:tailEnd len="med" w="med" type="none"/>
          </a:ln>
        </p:spPr>
      </p:cxnSp>
      <p:cxnSp>
        <p:nvCxnSpPr>
          <p:cNvPr id="704" name="Google Shape;704;p68"/>
          <p:cNvCxnSpPr>
            <a:stCxn id="674" idx="0"/>
            <a:endCxn id="676" idx="2"/>
          </p:cNvCxnSpPr>
          <p:nvPr/>
        </p:nvCxnSpPr>
        <p:spPr>
          <a:xfrm rot="10800000">
            <a:off x="4108332" y="2188601"/>
            <a:ext cx="695400" cy="303600"/>
          </a:xfrm>
          <a:prstGeom prst="straightConnector1">
            <a:avLst/>
          </a:prstGeom>
          <a:noFill/>
          <a:ln cap="flat" cmpd="sng" w="9525">
            <a:solidFill>
              <a:schemeClr val="dk2"/>
            </a:solidFill>
            <a:prstDash val="solid"/>
            <a:round/>
            <a:headEnd len="med" w="med" type="none"/>
            <a:tailEnd len="med" w="med" type="none"/>
          </a:ln>
        </p:spPr>
      </p:cxnSp>
      <p:pic>
        <p:nvPicPr>
          <p:cNvPr id="705" name="Google Shape;705;p68"/>
          <p:cNvPicPr preferRelativeResize="0"/>
          <p:nvPr/>
        </p:nvPicPr>
        <p:blipFill>
          <a:blip r:embed="rId10">
            <a:alphaModFix/>
          </a:blip>
          <a:stretch>
            <a:fillRect/>
          </a:stretch>
        </p:blipFill>
        <p:spPr>
          <a:xfrm flipH="1">
            <a:off x="3114925" y="972715"/>
            <a:ext cx="261900" cy="654750"/>
          </a:xfrm>
          <a:prstGeom prst="rect">
            <a:avLst/>
          </a:prstGeom>
          <a:noFill/>
          <a:ln>
            <a:noFill/>
          </a:ln>
        </p:spPr>
      </p:pic>
      <p:pic>
        <p:nvPicPr>
          <p:cNvPr id="706" name="Google Shape;706;p68"/>
          <p:cNvPicPr preferRelativeResize="0"/>
          <p:nvPr/>
        </p:nvPicPr>
        <p:blipFill>
          <a:blip r:embed="rId10">
            <a:alphaModFix/>
          </a:blip>
          <a:stretch>
            <a:fillRect/>
          </a:stretch>
        </p:blipFill>
        <p:spPr>
          <a:xfrm flipH="1">
            <a:off x="4946473" y="877140"/>
            <a:ext cx="261900" cy="654750"/>
          </a:xfrm>
          <a:prstGeom prst="rect">
            <a:avLst/>
          </a:prstGeom>
          <a:noFill/>
          <a:ln>
            <a:noFill/>
          </a:ln>
        </p:spPr>
      </p:pic>
      <p:pic>
        <p:nvPicPr>
          <p:cNvPr id="707" name="Google Shape;707;p68"/>
          <p:cNvPicPr preferRelativeResize="0"/>
          <p:nvPr/>
        </p:nvPicPr>
        <p:blipFill>
          <a:blip r:embed="rId11">
            <a:alphaModFix/>
          </a:blip>
          <a:stretch>
            <a:fillRect/>
          </a:stretch>
        </p:blipFill>
        <p:spPr>
          <a:xfrm>
            <a:off x="3944526" y="931478"/>
            <a:ext cx="327500" cy="659220"/>
          </a:xfrm>
          <a:prstGeom prst="rect">
            <a:avLst/>
          </a:prstGeom>
          <a:noFill/>
          <a:ln>
            <a:noFill/>
          </a:ln>
        </p:spPr>
      </p:pic>
      <p:pic>
        <p:nvPicPr>
          <p:cNvPr id="708" name="Google Shape;708;p68"/>
          <p:cNvPicPr preferRelativeResize="0"/>
          <p:nvPr/>
        </p:nvPicPr>
        <p:blipFill>
          <a:blip r:embed="rId11">
            <a:alphaModFix/>
          </a:blip>
          <a:stretch>
            <a:fillRect/>
          </a:stretch>
        </p:blipFill>
        <p:spPr>
          <a:xfrm>
            <a:off x="5711751" y="970490"/>
            <a:ext cx="327500" cy="659220"/>
          </a:xfrm>
          <a:prstGeom prst="rect">
            <a:avLst/>
          </a:prstGeom>
          <a:noFill/>
          <a:ln>
            <a:noFill/>
          </a:ln>
        </p:spPr>
      </p:pic>
      <p:cxnSp>
        <p:nvCxnSpPr>
          <p:cNvPr id="709" name="Google Shape;709;p68"/>
          <p:cNvCxnSpPr>
            <a:stCxn id="705" idx="2"/>
            <a:endCxn id="660" idx="0"/>
          </p:cNvCxnSpPr>
          <p:nvPr/>
        </p:nvCxnSpPr>
        <p:spPr>
          <a:xfrm>
            <a:off x="3245875" y="1627466"/>
            <a:ext cx="0" cy="174600"/>
          </a:xfrm>
          <a:prstGeom prst="straightConnector1">
            <a:avLst/>
          </a:prstGeom>
          <a:noFill/>
          <a:ln cap="flat" cmpd="sng" w="9525">
            <a:solidFill>
              <a:schemeClr val="dk2"/>
            </a:solidFill>
            <a:prstDash val="solid"/>
            <a:round/>
            <a:headEnd len="med" w="med" type="none"/>
            <a:tailEnd len="med" w="med" type="none"/>
          </a:ln>
        </p:spPr>
      </p:cxnSp>
      <p:cxnSp>
        <p:nvCxnSpPr>
          <p:cNvPr id="710" name="Google Shape;710;p68"/>
          <p:cNvCxnSpPr>
            <a:stCxn id="707" idx="2"/>
            <a:endCxn id="676" idx="0"/>
          </p:cNvCxnSpPr>
          <p:nvPr/>
        </p:nvCxnSpPr>
        <p:spPr>
          <a:xfrm>
            <a:off x="4108276" y="1590698"/>
            <a:ext cx="0" cy="105600"/>
          </a:xfrm>
          <a:prstGeom prst="straightConnector1">
            <a:avLst/>
          </a:prstGeom>
          <a:noFill/>
          <a:ln cap="flat" cmpd="sng" w="9525">
            <a:solidFill>
              <a:schemeClr val="dk2"/>
            </a:solidFill>
            <a:prstDash val="solid"/>
            <a:round/>
            <a:headEnd len="med" w="med" type="none"/>
            <a:tailEnd len="med" w="med" type="none"/>
          </a:ln>
        </p:spPr>
      </p:cxnSp>
      <p:cxnSp>
        <p:nvCxnSpPr>
          <p:cNvPr id="711" name="Google Shape;711;p68"/>
          <p:cNvCxnSpPr>
            <a:stCxn id="706" idx="2"/>
            <a:endCxn id="677" idx="0"/>
          </p:cNvCxnSpPr>
          <p:nvPr/>
        </p:nvCxnSpPr>
        <p:spPr>
          <a:xfrm>
            <a:off x="5077423" y="1531891"/>
            <a:ext cx="900" cy="164400"/>
          </a:xfrm>
          <a:prstGeom prst="straightConnector1">
            <a:avLst/>
          </a:prstGeom>
          <a:noFill/>
          <a:ln cap="flat" cmpd="sng" w="9525">
            <a:solidFill>
              <a:schemeClr val="dk2"/>
            </a:solidFill>
            <a:prstDash val="solid"/>
            <a:round/>
            <a:headEnd len="med" w="med" type="none"/>
            <a:tailEnd len="med" w="med" type="none"/>
          </a:ln>
        </p:spPr>
      </p:cxnSp>
      <p:cxnSp>
        <p:nvCxnSpPr>
          <p:cNvPr id="712" name="Google Shape;712;p68"/>
          <p:cNvCxnSpPr>
            <a:stCxn id="708" idx="2"/>
            <a:endCxn id="678" idx="0"/>
          </p:cNvCxnSpPr>
          <p:nvPr/>
        </p:nvCxnSpPr>
        <p:spPr>
          <a:xfrm>
            <a:off x="5875501" y="1629711"/>
            <a:ext cx="0" cy="231000"/>
          </a:xfrm>
          <a:prstGeom prst="straightConnector1">
            <a:avLst/>
          </a:prstGeom>
          <a:noFill/>
          <a:ln cap="flat" cmpd="sng" w="9525">
            <a:solidFill>
              <a:schemeClr val="dk2"/>
            </a:solidFill>
            <a:prstDash val="solid"/>
            <a:round/>
            <a:headEnd len="med" w="med" type="none"/>
            <a:tailEnd len="med" w="med" type="none"/>
          </a:ln>
        </p:spPr>
      </p:cxnSp>
      <p:sp>
        <p:nvSpPr>
          <p:cNvPr id="713" name="Google Shape;713;p68"/>
          <p:cNvSpPr txBox="1"/>
          <p:nvPr/>
        </p:nvSpPr>
        <p:spPr>
          <a:xfrm>
            <a:off x="5669848" y="1414009"/>
            <a:ext cx="138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chemeClr val="lt2"/>
                </a:solidFill>
                <a:latin typeface="Lato"/>
                <a:ea typeface="Lato"/>
                <a:cs typeface="Lato"/>
                <a:sym typeface="Lato"/>
              </a:rPr>
              <a:t>Sur Site</a:t>
            </a:r>
            <a:endParaRPr b="1">
              <a:solidFill>
                <a:schemeClr val="lt2"/>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9"/>
          <p:cNvSpPr/>
          <p:nvPr/>
        </p:nvSpPr>
        <p:spPr>
          <a:xfrm>
            <a:off x="2302175" y="3769675"/>
            <a:ext cx="4406400" cy="1283400"/>
          </a:xfrm>
          <a:prstGeom prst="roundRect">
            <a:avLst>
              <a:gd fmla="val 16667" name="adj"/>
            </a:avLst>
          </a:prstGeom>
          <a:noFill/>
          <a:ln cap="flat" cmpd="sng" w="28575">
            <a:solidFill>
              <a:schemeClr val="accent6"/>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Qu’est ce qu’un SaaS ?</a:t>
            </a:r>
            <a:endParaRPr/>
          </a:p>
        </p:txBody>
      </p:sp>
      <p:pic>
        <p:nvPicPr>
          <p:cNvPr id="720" name="Google Shape;720;p69"/>
          <p:cNvPicPr preferRelativeResize="0"/>
          <p:nvPr/>
        </p:nvPicPr>
        <p:blipFill>
          <a:blip r:embed="rId3">
            <a:alphaModFix/>
          </a:blip>
          <a:stretch>
            <a:fillRect/>
          </a:stretch>
        </p:blipFill>
        <p:spPr>
          <a:xfrm>
            <a:off x="93625" y="1376300"/>
            <a:ext cx="1584025" cy="3595600"/>
          </a:xfrm>
          <a:prstGeom prst="rect">
            <a:avLst/>
          </a:prstGeom>
          <a:noFill/>
          <a:ln>
            <a:noFill/>
          </a:ln>
        </p:spPr>
      </p:pic>
      <p:pic>
        <p:nvPicPr>
          <p:cNvPr id="721" name="Google Shape;721;p69"/>
          <p:cNvPicPr preferRelativeResize="0"/>
          <p:nvPr/>
        </p:nvPicPr>
        <p:blipFill>
          <a:blip r:embed="rId4">
            <a:alphaModFix/>
          </a:blip>
          <a:stretch>
            <a:fillRect/>
          </a:stretch>
        </p:blipFill>
        <p:spPr>
          <a:xfrm>
            <a:off x="2999737" y="1802050"/>
            <a:ext cx="492300" cy="492300"/>
          </a:xfrm>
          <a:prstGeom prst="rect">
            <a:avLst/>
          </a:prstGeom>
          <a:noFill/>
          <a:ln>
            <a:noFill/>
          </a:ln>
        </p:spPr>
      </p:pic>
      <p:pic>
        <p:nvPicPr>
          <p:cNvPr id="722" name="Google Shape;722;p69"/>
          <p:cNvPicPr preferRelativeResize="0"/>
          <p:nvPr/>
        </p:nvPicPr>
        <p:blipFill>
          <a:blip r:embed="rId5">
            <a:alphaModFix/>
          </a:blip>
          <a:stretch>
            <a:fillRect/>
          </a:stretch>
        </p:blipFill>
        <p:spPr>
          <a:xfrm>
            <a:off x="3706513" y="4647101"/>
            <a:ext cx="368514" cy="327500"/>
          </a:xfrm>
          <a:prstGeom prst="rect">
            <a:avLst/>
          </a:prstGeom>
          <a:noFill/>
          <a:ln>
            <a:noFill/>
          </a:ln>
        </p:spPr>
      </p:pic>
      <p:pic>
        <p:nvPicPr>
          <p:cNvPr id="723" name="Google Shape;723;p69"/>
          <p:cNvPicPr preferRelativeResize="0"/>
          <p:nvPr/>
        </p:nvPicPr>
        <p:blipFill>
          <a:blip r:embed="rId6">
            <a:alphaModFix/>
          </a:blip>
          <a:stretch>
            <a:fillRect/>
          </a:stretch>
        </p:blipFill>
        <p:spPr>
          <a:xfrm>
            <a:off x="3914525" y="3292094"/>
            <a:ext cx="327501" cy="325252"/>
          </a:xfrm>
          <a:prstGeom prst="rect">
            <a:avLst/>
          </a:prstGeom>
          <a:noFill/>
          <a:ln>
            <a:noFill/>
          </a:ln>
        </p:spPr>
      </p:pic>
      <p:pic>
        <p:nvPicPr>
          <p:cNvPr id="724" name="Google Shape;724;p69"/>
          <p:cNvPicPr preferRelativeResize="0"/>
          <p:nvPr/>
        </p:nvPicPr>
        <p:blipFill>
          <a:blip r:embed="rId7">
            <a:alphaModFix/>
          </a:blip>
          <a:stretch>
            <a:fillRect/>
          </a:stretch>
        </p:blipFill>
        <p:spPr>
          <a:xfrm>
            <a:off x="4399025" y="3290975"/>
            <a:ext cx="327501" cy="327501"/>
          </a:xfrm>
          <a:prstGeom prst="rect">
            <a:avLst/>
          </a:prstGeom>
          <a:noFill/>
          <a:ln>
            <a:noFill/>
          </a:ln>
        </p:spPr>
      </p:pic>
      <p:pic>
        <p:nvPicPr>
          <p:cNvPr id="725" name="Google Shape;725;p69"/>
          <p:cNvPicPr preferRelativeResize="0"/>
          <p:nvPr/>
        </p:nvPicPr>
        <p:blipFill>
          <a:blip r:embed="rId8">
            <a:alphaModFix/>
          </a:blip>
          <a:stretch>
            <a:fillRect/>
          </a:stretch>
        </p:blipFill>
        <p:spPr>
          <a:xfrm>
            <a:off x="4901976" y="3290976"/>
            <a:ext cx="327501" cy="327501"/>
          </a:xfrm>
          <a:prstGeom prst="rect">
            <a:avLst/>
          </a:prstGeom>
          <a:noFill/>
          <a:ln>
            <a:noFill/>
          </a:ln>
        </p:spPr>
      </p:pic>
      <p:pic>
        <p:nvPicPr>
          <p:cNvPr id="726" name="Google Shape;726;p69"/>
          <p:cNvPicPr preferRelativeResize="0"/>
          <p:nvPr/>
        </p:nvPicPr>
        <p:blipFill>
          <a:blip r:embed="rId9">
            <a:alphaModFix/>
          </a:blip>
          <a:stretch>
            <a:fillRect/>
          </a:stretch>
        </p:blipFill>
        <p:spPr>
          <a:xfrm>
            <a:off x="4079701" y="3966804"/>
            <a:ext cx="492300" cy="503959"/>
          </a:xfrm>
          <a:prstGeom prst="rect">
            <a:avLst/>
          </a:prstGeom>
          <a:noFill/>
          <a:ln>
            <a:noFill/>
          </a:ln>
        </p:spPr>
      </p:pic>
      <p:pic>
        <p:nvPicPr>
          <p:cNvPr id="727" name="Google Shape;727;p69"/>
          <p:cNvPicPr preferRelativeResize="0"/>
          <p:nvPr/>
        </p:nvPicPr>
        <p:blipFill>
          <a:blip r:embed="rId9">
            <a:alphaModFix/>
          </a:blip>
          <a:stretch>
            <a:fillRect/>
          </a:stretch>
        </p:blipFill>
        <p:spPr>
          <a:xfrm>
            <a:off x="3587401" y="3966804"/>
            <a:ext cx="492300" cy="503959"/>
          </a:xfrm>
          <a:prstGeom prst="rect">
            <a:avLst/>
          </a:prstGeom>
          <a:noFill/>
          <a:ln>
            <a:noFill/>
          </a:ln>
        </p:spPr>
      </p:pic>
      <p:pic>
        <p:nvPicPr>
          <p:cNvPr id="728" name="Google Shape;728;p69"/>
          <p:cNvPicPr preferRelativeResize="0"/>
          <p:nvPr/>
        </p:nvPicPr>
        <p:blipFill>
          <a:blip r:embed="rId9">
            <a:alphaModFix/>
          </a:blip>
          <a:stretch>
            <a:fillRect/>
          </a:stretch>
        </p:blipFill>
        <p:spPr>
          <a:xfrm>
            <a:off x="4572001" y="3966804"/>
            <a:ext cx="492300" cy="503959"/>
          </a:xfrm>
          <a:prstGeom prst="rect">
            <a:avLst/>
          </a:prstGeom>
          <a:noFill/>
          <a:ln>
            <a:noFill/>
          </a:ln>
        </p:spPr>
      </p:pic>
      <p:pic>
        <p:nvPicPr>
          <p:cNvPr id="729" name="Google Shape;729;p69"/>
          <p:cNvPicPr preferRelativeResize="0"/>
          <p:nvPr/>
        </p:nvPicPr>
        <p:blipFill>
          <a:blip r:embed="rId9">
            <a:alphaModFix/>
          </a:blip>
          <a:stretch>
            <a:fillRect/>
          </a:stretch>
        </p:blipFill>
        <p:spPr>
          <a:xfrm>
            <a:off x="5064301" y="3966804"/>
            <a:ext cx="492300" cy="503959"/>
          </a:xfrm>
          <a:prstGeom prst="rect">
            <a:avLst/>
          </a:prstGeom>
          <a:noFill/>
          <a:ln>
            <a:noFill/>
          </a:ln>
        </p:spPr>
      </p:pic>
      <p:pic>
        <p:nvPicPr>
          <p:cNvPr id="730" name="Google Shape;730;p69"/>
          <p:cNvPicPr preferRelativeResize="0"/>
          <p:nvPr/>
        </p:nvPicPr>
        <p:blipFill>
          <a:blip r:embed="rId5">
            <a:alphaModFix/>
          </a:blip>
          <a:stretch>
            <a:fillRect/>
          </a:stretch>
        </p:blipFill>
        <p:spPr>
          <a:xfrm>
            <a:off x="4169988" y="4647101"/>
            <a:ext cx="368514" cy="327500"/>
          </a:xfrm>
          <a:prstGeom prst="rect">
            <a:avLst/>
          </a:prstGeom>
          <a:noFill/>
          <a:ln>
            <a:noFill/>
          </a:ln>
        </p:spPr>
      </p:pic>
      <p:pic>
        <p:nvPicPr>
          <p:cNvPr id="731" name="Google Shape;731;p69"/>
          <p:cNvPicPr preferRelativeResize="0"/>
          <p:nvPr/>
        </p:nvPicPr>
        <p:blipFill>
          <a:blip r:embed="rId5">
            <a:alphaModFix/>
          </a:blip>
          <a:stretch>
            <a:fillRect/>
          </a:stretch>
        </p:blipFill>
        <p:spPr>
          <a:xfrm>
            <a:off x="4662288" y="4647101"/>
            <a:ext cx="368514" cy="327500"/>
          </a:xfrm>
          <a:prstGeom prst="rect">
            <a:avLst/>
          </a:prstGeom>
          <a:noFill/>
          <a:ln>
            <a:noFill/>
          </a:ln>
        </p:spPr>
      </p:pic>
      <p:pic>
        <p:nvPicPr>
          <p:cNvPr id="732" name="Google Shape;732;p69"/>
          <p:cNvPicPr preferRelativeResize="0"/>
          <p:nvPr/>
        </p:nvPicPr>
        <p:blipFill>
          <a:blip r:embed="rId5">
            <a:alphaModFix/>
          </a:blip>
          <a:stretch>
            <a:fillRect/>
          </a:stretch>
        </p:blipFill>
        <p:spPr>
          <a:xfrm>
            <a:off x="5154588" y="4647101"/>
            <a:ext cx="368514" cy="327500"/>
          </a:xfrm>
          <a:prstGeom prst="rect">
            <a:avLst/>
          </a:prstGeom>
          <a:noFill/>
          <a:ln>
            <a:noFill/>
          </a:ln>
        </p:spPr>
      </p:pic>
      <p:pic>
        <p:nvPicPr>
          <p:cNvPr id="733" name="Google Shape;733;p69"/>
          <p:cNvPicPr preferRelativeResize="0"/>
          <p:nvPr/>
        </p:nvPicPr>
        <p:blipFill>
          <a:blip r:embed="rId5">
            <a:alphaModFix/>
          </a:blip>
          <a:stretch>
            <a:fillRect/>
          </a:stretch>
        </p:blipFill>
        <p:spPr>
          <a:xfrm>
            <a:off x="3663700" y="2492201"/>
            <a:ext cx="368514" cy="327500"/>
          </a:xfrm>
          <a:prstGeom prst="rect">
            <a:avLst/>
          </a:prstGeom>
          <a:noFill/>
          <a:ln>
            <a:noFill/>
          </a:ln>
        </p:spPr>
      </p:pic>
      <p:pic>
        <p:nvPicPr>
          <p:cNvPr id="734" name="Google Shape;734;p69"/>
          <p:cNvPicPr preferRelativeResize="0"/>
          <p:nvPr/>
        </p:nvPicPr>
        <p:blipFill>
          <a:blip r:embed="rId5">
            <a:alphaModFix/>
          </a:blip>
          <a:stretch>
            <a:fillRect/>
          </a:stretch>
        </p:blipFill>
        <p:spPr>
          <a:xfrm>
            <a:off x="4127175" y="2492201"/>
            <a:ext cx="368514" cy="327500"/>
          </a:xfrm>
          <a:prstGeom prst="rect">
            <a:avLst/>
          </a:prstGeom>
          <a:noFill/>
          <a:ln>
            <a:noFill/>
          </a:ln>
        </p:spPr>
      </p:pic>
      <p:pic>
        <p:nvPicPr>
          <p:cNvPr id="735" name="Google Shape;735;p69"/>
          <p:cNvPicPr preferRelativeResize="0"/>
          <p:nvPr/>
        </p:nvPicPr>
        <p:blipFill>
          <a:blip r:embed="rId5">
            <a:alphaModFix/>
          </a:blip>
          <a:stretch>
            <a:fillRect/>
          </a:stretch>
        </p:blipFill>
        <p:spPr>
          <a:xfrm>
            <a:off x="4619475" y="2492201"/>
            <a:ext cx="368514" cy="327500"/>
          </a:xfrm>
          <a:prstGeom prst="rect">
            <a:avLst/>
          </a:prstGeom>
          <a:noFill/>
          <a:ln>
            <a:noFill/>
          </a:ln>
        </p:spPr>
      </p:pic>
      <p:pic>
        <p:nvPicPr>
          <p:cNvPr id="736" name="Google Shape;736;p69"/>
          <p:cNvPicPr preferRelativeResize="0"/>
          <p:nvPr/>
        </p:nvPicPr>
        <p:blipFill>
          <a:blip r:embed="rId5">
            <a:alphaModFix/>
          </a:blip>
          <a:stretch>
            <a:fillRect/>
          </a:stretch>
        </p:blipFill>
        <p:spPr>
          <a:xfrm>
            <a:off x="5111775" y="2492201"/>
            <a:ext cx="368514" cy="327500"/>
          </a:xfrm>
          <a:prstGeom prst="rect">
            <a:avLst/>
          </a:prstGeom>
          <a:noFill/>
          <a:ln>
            <a:noFill/>
          </a:ln>
        </p:spPr>
      </p:pic>
      <p:pic>
        <p:nvPicPr>
          <p:cNvPr id="737" name="Google Shape;737;p69"/>
          <p:cNvPicPr preferRelativeResize="0"/>
          <p:nvPr/>
        </p:nvPicPr>
        <p:blipFill>
          <a:blip r:embed="rId4">
            <a:alphaModFix/>
          </a:blip>
          <a:stretch>
            <a:fillRect/>
          </a:stretch>
        </p:blipFill>
        <p:spPr>
          <a:xfrm>
            <a:off x="3862137" y="1696300"/>
            <a:ext cx="492300" cy="492300"/>
          </a:xfrm>
          <a:prstGeom prst="rect">
            <a:avLst/>
          </a:prstGeom>
          <a:noFill/>
          <a:ln>
            <a:noFill/>
          </a:ln>
        </p:spPr>
      </p:pic>
      <p:pic>
        <p:nvPicPr>
          <p:cNvPr id="738" name="Google Shape;738;p69"/>
          <p:cNvPicPr preferRelativeResize="0"/>
          <p:nvPr/>
        </p:nvPicPr>
        <p:blipFill>
          <a:blip r:embed="rId4">
            <a:alphaModFix/>
          </a:blip>
          <a:stretch>
            <a:fillRect/>
          </a:stretch>
        </p:blipFill>
        <p:spPr>
          <a:xfrm>
            <a:off x="4832312" y="1696300"/>
            <a:ext cx="492300" cy="492300"/>
          </a:xfrm>
          <a:prstGeom prst="rect">
            <a:avLst/>
          </a:prstGeom>
          <a:noFill/>
          <a:ln>
            <a:noFill/>
          </a:ln>
        </p:spPr>
      </p:pic>
      <p:pic>
        <p:nvPicPr>
          <p:cNvPr id="739" name="Google Shape;739;p69"/>
          <p:cNvPicPr preferRelativeResize="0"/>
          <p:nvPr/>
        </p:nvPicPr>
        <p:blipFill>
          <a:blip r:embed="rId4">
            <a:alphaModFix/>
          </a:blip>
          <a:stretch>
            <a:fillRect/>
          </a:stretch>
        </p:blipFill>
        <p:spPr>
          <a:xfrm>
            <a:off x="5629362" y="1860700"/>
            <a:ext cx="492300" cy="492300"/>
          </a:xfrm>
          <a:prstGeom prst="rect">
            <a:avLst/>
          </a:prstGeom>
          <a:noFill/>
          <a:ln>
            <a:noFill/>
          </a:ln>
        </p:spPr>
      </p:pic>
      <p:cxnSp>
        <p:nvCxnSpPr>
          <p:cNvPr id="740" name="Google Shape;740;p69"/>
          <p:cNvCxnSpPr>
            <a:stCxn id="722" idx="0"/>
            <a:endCxn id="726" idx="2"/>
          </p:cNvCxnSpPr>
          <p:nvPr/>
        </p:nvCxnSpPr>
        <p:spPr>
          <a:xfrm flipH="1" rot="10800000">
            <a:off x="3890770" y="4470701"/>
            <a:ext cx="435000" cy="1764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69"/>
          <p:cNvCxnSpPr>
            <a:stCxn id="730" idx="0"/>
            <a:endCxn id="727" idx="2"/>
          </p:cNvCxnSpPr>
          <p:nvPr/>
        </p:nvCxnSpPr>
        <p:spPr>
          <a:xfrm rot="10800000">
            <a:off x="38334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742" name="Google Shape;742;p69"/>
          <p:cNvCxnSpPr>
            <a:stCxn id="731" idx="0"/>
            <a:endCxn id="729" idx="2"/>
          </p:cNvCxnSpPr>
          <p:nvPr/>
        </p:nvCxnSpPr>
        <p:spPr>
          <a:xfrm flipH="1" rot="10800000">
            <a:off x="4846545" y="4470701"/>
            <a:ext cx="463800" cy="176400"/>
          </a:xfrm>
          <a:prstGeom prst="straightConnector1">
            <a:avLst/>
          </a:prstGeom>
          <a:noFill/>
          <a:ln cap="flat" cmpd="sng" w="9525">
            <a:solidFill>
              <a:schemeClr val="dk2"/>
            </a:solidFill>
            <a:prstDash val="solid"/>
            <a:round/>
            <a:headEnd len="med" w="med" type="none"/>
            <a:tailEnd len="med" w="med" type="none"/>
          </a:ln>
        </p:spPr>
      </p:cxnSp>
      <p:cxnSp>
        <p:nvCxnSpPr>
          <p:cNvPr id="743" name="Google Shape;743;p69"/>
          <p:cNvCxnSpPr>
            <a:stCxn id="731" idx="0"/>
            <a:endCxn id="727" idx="2"/>
          </p:cNvCxnSpPr>
          <p:nvPr/>
        </p:nvCxnSpPr>
        <p:spPr>
          <a:xfrm rot="10800000">
            <a:off x="3833445" y="4470701"/>
            <a:ext cx="1013100" cy="176400"/>
          </a:xfrm>
          <a:prstGeom prst="straightConnector1">
            <a:avLst/>
          </a:prstGeom>
          <a:noFill/>
          <a:ln cap="flat" cmpd="sng" w="9525">
            <a:solidFill>
              <a:schemeClr val="dk2"/>
            </a:solidFill>
            <a:prstDash val="solid"/>
            <a:round/>
            <a:headEnd len="med" w="med" type="none"/>
            <a:tailEnd len="med" w="med" type="none"/>
          </a:ln>
        </p:spPr>
      </p:cxnSp>
      <p:cxnSp>
        <p:nvCxnSpPr>
          <p:cNvPr id="744" name="Google Shape;744;p69"/>
          <p:cNvCxnSpPr>
            <a:stCxn id="731" idx="0"/>
            <a:endCxn id="726" idx="2"/>
          </p:cNvCxnSpPr>
          <p:nvPr/>
        </p:nvCxnSpPr>
        <p:spPr>
          <a:xfrm rot="10800000">
            <a:off x="43257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745" name="Google Shape;745;p69"/>
          <p:cNvCxnSpPr>
            <a:stCxn id="731" idx="0"/>
            <a:endCxn id="728" idx="2"/>
          </p:cNvCxnSpPr>
          <p:nvPr/>
        </p:nvCxnSpPr>
        <p:spPr>
          <a:xfrm rot="10800000">
            <a:off x="4818045" y="4470701"/>
            <a:ext cx="28500" cy="176400"/>
          </a:xfrm>
          <a:prstGeom prst="straightConnector1">
            <a:avLst/>
          </a:prstGeom>
          <a:noFill/>
          <a:ln cap="flat" cmpd="sng" w="9525">
            <a:solidFill>
              <a:schemeClr val="dk2"/>
            </a:solidFill>
            <a:prstDash val="solid"/>
            <a:round/>
            <a:headEnd len="med" w="med" type="none"/>
            <a:tailEnd len="med" w="med" type="none"/>
          </a:ln>
        </p:spPr>
      </p:cxnSp>
      <p:cxnSp>
        <p:nvCxnSpPr>
          <p:cNvPr id="746" name="Google Shape;746;p69"/>
          <p:cNvCxnSpPr>
            <a:stCxn id="732" idx="0"/>
            <a:endCxn id="728" idx="2"/>
          </p:cNvCxnSpPr>
          <p:nvPr/>
        </p:nvCxnSpPr>
        <p:spPr>
          <a:xfrm rot="10800000">
            <a:off x="48180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747" name="Google Shape;747;p69"/>
          <p:cNvCxnSpPr>
            <a:stCxn id="732" idx="0"/>
            <a:endCxn id="729" idx="2"/>
          </p:cNvCxnSpPr>
          <p:nvPr/>
        </p:nvCxnSpPr>
        <p:spPr>
          <a:xfrm rot="10800000">
            <a:off x="5310345" y="4470701"/>
            <a:ext cx="28500" cy="176400"/>
          </a:xfrm>
          <a:prstGeom prst="straightConnector1">
            <a:avLst/>
          </a:prstGeom>
          <a:noFill/>
          <a:ln cap="flat" cmpd="sng" w="9525">
            <a:solidFill>
              <a:schemeClr val="dk2"/>
            </a:solidFill>
            <a:prstDash val="solid"/>
            <a:round/>
            <a:headEnd len="med" w="med" type="none"/>
            <a:tailEnd len="med" w="med" type="none"/>
          </a:ln>
        </p:spPr>
      </p:cxnSp>
      <p:cxnSp>
        <p:nvCxnSpPr>
          <p:cNvPr id="748" name="Google Shape;748;p69"/>
          <p:cNvCxnSpPr>
            <a:stCxn id="730" idx="0"/>
            <a:endCxn id="729" idx="2"/>
          </p:cNvCxnSpPr>
          <p:nvPr/>
        </p:nvCxnSpPr>
        <p:spPr>
          <a:xfrm flipH="1" rot="10800000">
            <a:off x="4354245" y="4470701"/>
            <a:ext cx="956100" cy="176400"/>
          </a:xfrm>
          <a:prstGeom prst="straightConnector1">
            <a:avLst/>
          </a:prstGeom>
          <a:noFill/>
          <a:ln cap="flat" cmpd="sng" w="9525">
            <a:solidFill>
              <a:schemeClr val="dk2"/>
            </a:solidFill>
            <a:prstDash val="solid"/>
            <a:round/>
            <a:headEnd len="med" w="med" type="none"/>
            <a:tailEnd len="med" w="med" type="none"/>
          </a:ln>
        </p:spPr>
      </p:cxnSp>
      <p:cxnSp>
        <p:nvCxnSpPr>
          <p:cNvPr id="749" name="Google Shape;749;p69"/>
          <p:cNvCxnSpPr>
            <a:stCxn id="727" idx="0"/>
            <a:endCxn id="723" idx="2"/>
          </p:cNvCxnSpPr>
          <p:nvPr/>
        </p:nvCxnSpPr>
        <p:spPr>
          <a:xfrm flipH="1" rot="10800000">
            <a:off x="3833550" y="3617304"/>
            <a:ext cx="244800" cy="349500"/>
          </a:xfrm>
          <a:prstGeom prst="straightConnector1">
            <a:avLst/>
          </a:prstGeom>
          <a:noFill/>
          <a:ln cap="flat" cmpd="sng" w="9525">
            <a:solidFill>
              <a:schemeClr val="dk2"/>
            </a:solidFill>
            <a:prstDash val="solid"/>
            <a:round/>
            <a:headEnd len="med" w="med" type="none"/>
            <a:tailEnd len="med" w="med" type="none"/>
          </a:ln>
        </p:spPr>
      </p:cxnSp>
      <p:cxnSp>
        <p:nvCxnSpPr>
          <p:cNvPr id="750" name="Google Shape;750;p69"/>
          <p:cNvCxnSpPr>
            <a:stCxn id="726" idx="0"/>
            <a:endCxn id="723" idx="2"/>
          </p:cNvCxnSpPr>
          <p:nvPr/>
        </p:nvCxnSpPr>
        <p:spPr>
          <a:xfrm rot="10800000">
            <a:off x="4078350" y="3617304"/>
            <a:ext cx="247500" cy="349500"/>
          </a:xfrm>
          <a:prstGeom prst="straightConnector1">
            <a:avLst/>
          </a:prstGeom>
          <a:noFill/>
          <a:ln cap="flat" cmpd="sng" w="9525">
            <a:solidFill>
              <a:schemeClr val="dk2"/>
            </a:solidFill>
            <a:prstDash val="solid"/>
            <a:round/>
            <a:headEnd len="med" w="med" type="none"/>
            <a:tailEnd len="med" w="med" type="none"/>
          </a:ln>
        </p:spPr>
      </p:cxnSp>
      <p:cxnSp>
        <p:nvCxnSpPr>
          <p:cNvPr id="751" name="Google Shape;751;p69"/>
          <p:cNvCxnSpPr>
            <a:stCxn id="728" idx="0"/>
            <a:endCxn id="724" idx="2"/>
          </p:cNvCxnSpPr>
          <p:nvPr/>
        </p:nvCxnSpPr>
        <p:spPr>
          <a:xfrm rot="10800000">
            <a:off x="4562850" y="3618504"/>
            <a:ext cx="255300" cy="348300"/>
          </a:xfrm>
          <a:prstGeom prst="straightConnector1">
            <a:avLst/>
          </a:prstGeom>
          <a:noFill/>
          <a:ln cap="flat" cmpd="sng" w="9525">
            <a:solidFill>
              <a:schemeClr val="dk2"/>
            </a:solidFill>
            <a:prstDash val="solid"/>
            <a:round/>
            <a:headEnd len="med" w="med" type="none"/>
            <a:tailEnd len="med" w="med" type="none"/>
          </a:ln>
        </p:spPr>
      </p:cxnSp>
      <p:cxnSp>
        <p:nvCxnSpPr>
          <p:cNvPr id="752" name="Google Shape;752;p69"/>
          <p:cNvCxnSpPr>
            <a:stCxn id="729" idx="0"/>
            <a:endCxn id="725" idx="2"/>
          </p:cNvCxnSpPr>
          <p:nvPr/>
        </p:nvCxnSpPr>
        <p:spPr>
          <a:xfrm rot="10800000">
            <a:off x="5065650" y="3618504"/>
            <a:ext cx="244800" cy="348300"/>
          </a:xfrm>
          <a:prstGeom prst="straightConnector1">
            <a:avLst/>
          </a:prstGeom>
          <a:noFill/>
          <a:ln cap="flat" cmpd="sng" w="9525">
            <a:solidFill>
              <a:schemeClr val="dk2"/>
            </a:solidFill>
            <a:prstDash val="solid"/>
            <a:round/>
            <a:headEnd len="med" w="med" type="none"/>
            <a:tailEnd len="med" w="med" type="none"/>
          </a:ln>
        </p:spPr>
      </p:cxnSp>
      <p:cxnSp>
        <p:nvCxnSpPr>
          <p:cNvPr id="753" name="Google Shape;753;p69"/>
          <p:cNvCxnSpPr>
            <a:stCxn id="727" idx="0"/>
            <a:endCxn id="725" idx="2"/>
          </p:cNvCxnSpPr>
          <p:nvPr/>
        </p:nvCxnSpPr>
        <p:spPr>
          <a:xfrm flipH="1" rot="10800000">
            <a:off x="3833550" y="3618504"/>
            <a:ext cx="1232100" cy="348300"/>
          </a:xfrm>
          <a:prstGeom prst="straightConnector1">
            <a:avLst/>
          </a:prstGeom>
          <a:noFill/>
          <a:ln cap="flat" cmpd="sng" w="9525">
            <a:solidFill>
              <a:schemeClr val="dk2"/>
            </a:solidFill>
            <a:prstDash val="solid"/>
            <a:round/>
            <a:headEnd len="med" w="med" type="none"/>
            <a:tailEnd len="med" w="med" type="none"/>
          </a:ln>
        </p:spPr>
      </p:cxnSp>
      <p:cxnSp>
        <p:nvCxnSpPr>
          <p:cNvPr id="754" name="Google Shape;754;p69"/>
          <p:cNvCxnSpPr>
            <a:stCxn id="723" idx="0"/>
            <a:endCxn id="733" idx="2"/>
          </p:cNvCxnSpPr>
          <p:nvPr/>
        </p:nvCxnSpPr>
        <p:spPr>
          <a:xfrm rot="10800000">
            <a:off x="3847875" y="2819594"/>
            <a:ext cx="230400" cy="472500"/>
          </a:xfrm>
          <a:prstGeom prst="straightConnector1">
            <a:avLst/>
          </a:prstGeom>
          <a:noFill/>
          <a:ln cap="flat" cmpd="sng" w="9525">
            <a:solidFill>
              <a:schemeClr val="dk2"/>
            </a:solidFill>
            <a:prstDash val="solid"/>
            <a:round/>
            <a:headEnd len="med" w="med" type="none"/>
            <a:tailEnd len="med" w="med" type="none"/>
          </a:ln>
        </p:spPr>
      </p:cxnSp>
      <p:cxnSp>
        <p:nvCxnSpPr>
          <p:cNvPr id="755" name="Google Shape;755;p69"/>
          <p:cNvCxnSpPr>
            <a:stCxn id="725" idx="0"/>
            <a:endCxn id="736" idx="2"/>
          </p:cNvCxnSpPr>
          <p:nvPr/>
        </p:nvCxnSpPr>
        <p:spPr>
          <a:xfrm flipH="1" rot="10800000">
            <a:off x="5065726" y="2819676"/>
            <a:ext cx="230400" cy="4713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69"/>
          <p:cNvCxnSpPr>
            <a:stCxn id="725" idx="0"/>
            <a:endCxn id="735" idx="2"/>
          </p:cNvCxnSpPr>
          <p:nvPr/>
        </p:nvCxnSpPr>
        <p:spPr>
          <a:xfrm rot="10800000">
            <a:off x="4803826" y="2819676"/>
            <a:ext cx="261900" cy="471300"/>
          </a:xfrm>
          <a:prstGeom prst="straightConnector1">
            <a:avLst/>
          </a:prstGeom>
          <a:noFill/>
          <a:ln cap="flat" cmpd="sng" w="9525">
            <a:solidFill>
              <a:schemeClr val="dk2"/>
            </a:solidFill>
            <a:prstDash val="solid"/>
            <a:round/>
            <a:headEnd len="med" w="med" type="none"/>
            <a:tailEnd len="med" w="med" type="none"/>
          </a:ln>
        </p:spPr>
      </p:cxnSp>
      <p:cxnSp>
        <p:nvCxnSpPr>
          <p:cNvPr id="757" name="Google Shape;757;p69"/>
          <p:cNvCxnSpPr>
            <a:stCxn id="725" idx="0"/>
            <a:endCxn id="734" idx="2"/>
          </p:cNvCxnSpPr>
          <p:nvPr/>
        </p:nvCxnSpPr>
        <p:spPr>
          <a:xfrm rot="10800000">
            <a:off x="4311526" y="2819676"/>
            <a:ext cx="754200" cy="471300"/>
          </a:xfrm>
          <a:prstGeom prst="straightConnector1">
            <a:avLst/>
          </a:prstGeom>
          <a:noFill/>
          <a:ln cap="flat" cmpd="sng" w="9525">
            <a:solidFill>
              <a:schemeClr val="dk2"/>
            </a:solidFill>
            <a:prstDash val="solid"/>
            <a:round/>
            <a:headEnd len="med" w="med" type="none"/>
            <a:tailEnd len="med" w="med" type="none"/>
          </a:ln>
        </p:spPr>
      </p:cxnSp>
      <p:cxnSp>
        <p:nvCxnSpPr>
          <p:cNvPr id="758" name="Google Shape;758;p69"/>
          <p:cNvCxnSpPr>
            <a:stCxn id="724" idx="0"/>
            <a:endCxn id="735" idx="2"/>
          </p:cNvCxnSpPr>
          <p:nvPr/>
        </p:nvCxnSpPr>
        <p:spPr>
          <a:xfrm flipH="1" rot="10800000">
            <a:off x="4562775" y="2819675"/>
            <a:ext cx="240900" cy="471300"/>
          </a:xfrm>
          <a:prstGeom prst="straightConnector1">
            <a:avLst/>
          </a:prstGeom>
          <a:noFill/>
          <a:ln cap="flat" cmpd="sng" w="9525">
            <a:solidFill>
              <a:schemeClr val="dk2"/>
            </a:solidFill>
            <a:prstDash val="solid"/>
            <a:round/>
            <a:headEnd len="med" w="med" type="none"/>
            <a:tailEnd len="med" w="med" type="none"/>
          </a:ln>
        </p:spPr>
      </p:cxnSp>
      <p:cxnSp>
        <p:nvCxnSpPr>
          <p:cNvPr id="759" name="Google Shape;759;p69"/>
          <p:cNvCxnSpPr>
            <a:stCxn id="733" idx="0"/>
            <a:endCxn id="721" idx="2"/>
          </p:cNvCxnSpPr>
          <p:nvPr/>
        </p:nvCxnSpPr>
        <p:spPr>
          <a:xfrm rot="10800000">
            <a:off x="3245857" y="2294201"/>
            <a:ext cx="602100" cy="19800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69"/>
          <p:cNvCxnSpPr>
            <a:stCxn id="733" idx="0"/>
            <a:endCxn id="737" idx="2"/>
          </p:cNvCxnSpPr>
          <p:nvPr/>
        </p:nvCxnSpPr>
        <p:spPr>
          <a:xfrm flipH="1" rot="10800000">
            <a:off x="3847957" y="2188601"/>
            <a:ext cx="260400" cy="303600"/>
          </a:xfrm>
          <a:prstGeom prst="straightConnector1">
            <a:avLst/>
          </a:prstGeom>
          <a:noFill/>
          <a:ln cap="flat" cmpd="sng" w="9525">
            <a:solidFill>
              <a:schemeClr val="dk2"/>
            </a:solidFill>
            <a:prstDash val="solid"/>
            <a:round/>
            <a:headEnd len="med" w="med" type="none"/>
            <a:tailEnd len="med" w="med" type="none"/>
          </a:ln>
        </p:spPr>
      </p:cxnSp>
      <p:cxnSp>
        <p:nvCxnSpPr>
          <p:cNvPr id="761" name="Google Shape;761;p69"/>
          <p:cNvCxnSpPr>
            <a:stCxn id="734" idx="0"/>
            <a:endCxn id="721" idx="2"/>
          </p:cNvCxnSpPr>
          <p:nvPr/>
        </p:nvCxnSpPr>
        <p:spPr>
          <a:xfrm rot="10800000">
            <a:off x="3245832" y="2294201"/>
            <a:ext cx="1065600" cy="198000"/>
          </a:xfrm>
          <a:prstGeom prst="straightConnector1">
            <a:avLst/>
          </a:prstGeom>
          <a:noFill/>
          <a:ln cap="flat" cmpd="sng" w="9525">
            <a:solidFill>
              <a:schemeClr val="dk2"/>
            </a:solidFill>
            <a:prstDash val="solid"/>
            <a:round/>
            <a:headEnd len="med" w="med" type="none"/>
            <a:tailEnd len="med" w="med" type="none"/>
          </a:ln>
        </p:spPr>
      </p:cxnSp>
      <p:cxnSp>
        <p:nvCxnSpPr>
          <p:cNvPr id="762" name="Google Shape;762;p69"/>
          <p:cNvCxnSpPr>
            <a:stCxn id="734" idx="0"/>
            <a:endCxn id="738" idx="2"/>
          </p:cNvCxnSpPr>
          <p:nvPr/>
        </p:nvCxnSpPr>
        <p:spPr>
          <a:xfrm flipH="1" rot="10800000">
            <a:off x="4311432" y="2188601"/>
            <a:ext cx="767100" cy="3036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69"/>
          <p:cNvCxnSpPr>
            <a:stCxn id="734" idx="0"/>
            <a:endCxn id="739" idx="2"/>
          </p:cNvCxnSpPr>
          <p:nvPr/>
        </p:nvCxnSpPr>
        <p:spPr>
          <a:xfrm flipH="1" rot="10800000">
            <a:off x="4311432" y="2353001"/>
            <a:ext cx="1564200" cy="1392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69"/>
          <p:cNvCxnSpPr>
            <a:stCxn id="736" idx="0"/>
            <a:endCxn id="738" idx="2"/>
          </p:cNvCxnSpPr>
          <p:nvPr/>
        </p:nvCxnSpPr>
        <p:spPr>
          <a:xfrm rot="10800000">
            <a:off x="5078532" y="2188601"/>
            <a:ext cx="217500" cy="3036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69"/>
          <p:cNvCxnSpPr>
            <a:stCxn id="735" idx="0"/>
            <a:endCxn id="737" idx="2"/>
          </p:cNvCxnSpPr>
          <p:nvPr/>
        </p:nvCxnSpPr>
        <p:spPr>
          <a:xfrm rot="10800000">
            <a:off x="4108332" y="2188601"/>
            <a:ext cx="695400" cy="303600"/>
          </a:xfrm>
          <a:prstGeom prst="straightConnector1">
            <a:avLst/>
          </a:prstGeom>
          <a:noFill/>
          <a:ln cap="flat" cmpd="sng" w="9525">
            <a:solidFill>
              <a:schemeClr val="dk2"/>
            </a:solidFill>
            <a:prstDash val="solid"/>
            <a:round/>
            <a:headEnd len="med" w="med" type="none"/>
            <a:tailEnd len="med" w="med" type="none"/>
          </a:ln>
        </p:spPr>
      </p:cxnSp>
      <p:pic>
        <p:nvPicPr>
          <p:cNvPr id="766" name="Google Shape;766;p69"/>
          <p:cNvPicPr preferRelativeResize="0"/>
          <p:nvPr/>
        </p:nvPicPr>
        <p:blipFill>
          <a:blip r:embed="rId10">
            <a:alphaModFix/>
          </a:blip>
          <a:stretch>
            <a:fillRect/>
          </a:stretch>
        </p:blipFill>
        <p:spPr>
          <a:xfrm flipH="1">
            <a:off x="3114925" y="972715"/>
            <a:ext cx="261900" cy="654750"/>
          </a:xfrm>
          <a:prstGeom prst="rect">
            <a:avLst/>
          </a:prstGeom>
          <a:noFill/>
          <a:ln>
            <a:noFill/>
          </a:ln>
        </p:spPr>
      </p:pic>
      <p:pic>
        <p:nvPicPr>
          <p:cNvPr id="767" name="Google Shape;767;p69"/>
          <p:cNvPicPr preferRelativeResize="0"/>
          <p:nvPr/>
        </p:nvPicPr>
        <p:blipFill>
          <a:blip r:embed="rId10">
            <a:alphaModFix/>
          </a:blip>
          <a:stretch>
            <a:fillRect/>
          </a:stretch>
        </p:blipFill>
        <p:spPr>
          <a:xfrm flipH="1">
            <a:off x="4946473" y="877140"/>
            <a:ext cx="261900" cy="654750"/>
          </a:xfrm>
          <a:prstGeom prst="rect">
            <a:avLst/>
          </a:prstGeom>
          <a:noFill/>
          <a:ln>
            <a:noFill/>
          </a:ln>
        </p:spPr>
      </p:pic>
      <p:pic>
        <p:nvPicPr>
          <p:cNvPr id="768" name="Google Shape;768;p69"/>
          <p:cNvPicPr preferRelativeResize="0"/>
          <p:nvPr/>
        </p:nvPicPr>
        <p:blipFill>
          <a:blip r:embed="rId11">
            <a:alphaModFix/>
          </a:blip>
          <a:stretch>
            <a:fillRect/>
          </a:stretch>
        </p:blipFill>
        <p:spPr>
          <a:xfrm>
            <a:off x="3944526" y="931478"/>
            <a:ext cx="327500" cy="659220"/>
          </a:xfrm>
          <a:prstGeom prst="rect">
            <a:avLst/>
          </a:prstGeom>
          <a:noFill/>
          <a:ln>
            <a:noFill/>
          </a:ln>
        </p:spPr>
      </p:pic>
      <p:pic>
        <p:nvPicPr>
          <p:cNvPr id="769" name="Google Shape;769;p69"/>
          <p:cNvPicPr preferRelativeResize="0"/>
          <p:nvPr/>
        </p:nvPicPr>
        <p:blipFill>
          <a:blip r:embed="rId11">
            <a:alphaModFix/>
          </a:blip>
          <a:stretch>
            <a:fillRect/>
          </a:stretch>
        </p:blipFill>
        <p:spPr>
          <a:xfrm>
            <a:off x="5711751" y="970490"/>
            <a:ext cx="327500" cy="659220"/>
          </a:xfrm>
          <a:prstGeom prst="rect">
            <a:avLst/>
          </a:prstGeom>
          <a:noFill/>
          <a:ln>
            <a:noFill/>
          </a:ln>
        </p:spPr>
      </p:pic>
      <p:cxnSp>
        <p:nvCxnSpPr>
          <p:cNvPr id="770" name="Google Shape;770;p69"/>
          <p:cNvCxnSpPr>
            <a:stCxn id="766" idx="2"/>
            <a:endCxn id="721" idx="0"/>
          </p:cNvCxnSpPr>
          <p:nvPr/>
        </p:nvCxnSpPr>
        <p:spPr>
          <a:xfrm>
            <a:off x="3245875" y="1627466"/>
            <a:ext cx="0" cy="174600"/>
          </a:xfrm>
          <a:prstGeom prst="straightConnector1">
            <a:avLst/>
          </a:prstGeom>
          <a:noFill/>
          <a:ln cap="flat" cmpd="sng" w="9525">
            <a:solidFill>
              <a:schemeClr val="dk2"/>
            </a:solidFill>
            <a:prstDash val="solid"/>
            <a:round/>
            <a:headEnd len="med" w="med" type="none"/>
            <a:tailEnd len="med" w="med" type="none"/>
          </a:ln>
        </p:spPr>
      </p:cxnSp>
      <p:cxnSp>
        <p:nvCxnSpPr>
          <p:cNvPr id="771" name="Google Shape;771;p69"/>
          <p:cNvCxnSpPr>
            <a:stCxn id="768" idx="2"/>
            <a:endCxn id="737" idx="0"/>
          </p:cNvCxnSpPr>
          <p:nvPr/>
        </p:nvCxnSpPr>
        <p:spPr>
          <a:xfrm>
            <a:off x="4108276" y="1590698"/>
            <a:ext cx="0" cy="105600"/>
          </a:xfrm>
          <a:prstGeom prst="straightConnector1">
            <a:avLst/>
          </a:prstGeom>
          <a:noFill/>
          <a:ln cap="flat" cmpd="sng" w="9525">
            <a:solidFill>
              <a:schemeClr val="dk2"/>
            </a:solidFill>
            <a:prstDash val="solid"/>
            <a:round/>
            <a:headEnd len="med" w="med" type="none"/>
            <a:tailEnd len="med" w="med" type="none"/>
          </a:ln>
        </p:spPr>
      </p:cxnSp>
      <p:cxnSp>
        <p:nvCxnSpPr>
          <p:cNvPr id="772" name="Google Shape;772;p69"/>
          <p:cNvCxnSpPr>
            <a:stCxn id="767" idx="2"/>
            <a:endCxn id="738" idx="0"/>
          </p:cNvCxnSpPr>
          <p:nvPr/>
        </p:nvCxnSpPr>
        <p:spPr>
          <a:xfrm>
            <a:off x="5077423" y="1531891"/>
            <a:ext cx="900" cy="164400"/>
          </a:xfrm>
          <a:prstGeom prst="straightConnector1">
            <a:avLst/>
          </a:prstGeom>
          <a:noFill/>
          <a:ln cap="flat" cmpd="sng" w="9525">
            <a:solidFill>
              <a:schemeClr val="dk2"/>
            </a:solidFill>
            <a:prstDash val="solid"/>
            <a:round/>
            <a:headEnd len="med" w="med" type="none"/>
            <a:tailEnd len="med" w="med" type="none"/>
          </a:ln>
        </p:spPr>
      </p:cxnSp>
      <p:cxnSp>
        <p:nvCxnSpPr>
          <p:cNvPr id="773" name="Google Shape;773;p69"/>
          <p:cNvCxnSpPr>
            <a:stCxn id="769" idx="2"/>
            <a:endCxn id="739" idx="0"/>
          </p:cNvCxnSpPr>
          <p:nvPr/>
        </p:nvCxnSpPr>
        <p:spPr>
          <a:xfrm>
            <a:off x="5875501" y="1629711"/>
            <a:ext cx="0" cy="231000"/>
          </a:xfrm>
          <a:prstGeom prst="straightConnector1">
            <a:avLst/>
          </a:prstGeom>
          <a:noFill/>
          <a:ln cap="flat" cmpd="sng" w="9525">
            <a:solidFill>
              <a:schemeClr val="dk2"/>
            </a:solidFill>
            <a:prstDash val="solid"/>
            <a:round/>
            <a:headEnd len="med" w="med" type="none"/>
            <a:tailEnd len="med" w="med" type="none"/>
          </a:ln>
        </p:spPr>
      </p:cxnSp>
      <p:sp>
        <p:nvSpPr>
          <p:cNvPr id="774" name="Google Shape;774;p69"/>
          <p:cNvSpPr/>
          <p:nvPr/>
        </p:nvSpPr>
        <p:spPr>
          <a:xfrm>
            <a:off x="2342425" y="877150"/>
            <a:ext cx="4406400" cy="2800500"/>
          </a:xfrm>
          <a:prstGeom prst="roundRect">
            <a:avLst>
              <a:gd fmla="val 16667" name="adj"/>
            </a:avLst>
          </a:prstGeom>
          <a:noFill/>
          <a:ln cap="flat" cmpd="sng" w="28575">
            <a:solidFill>
              <a:schemeClr val="lt2"/>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69"/>
          <p:cNvSpPr txBox="1"/>
          <p:nvPr/>
        </p:nvSpPr>
        <p:spPr>
          <a:xfrm>
            <a:off x="5669848" y="1414009"/>
            <a:ext cx="138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chemeClr val="lt2"/>
                </a:solidFill>
                <a:latin typeface="Lato"/>
                <a:ea typeface="Lato"/>
                <a:cs typeface="Lato"/>
                <a:sym typeface="Lato"/>
              </a:rPr>
              <a:t>Sur Site</a:t>
            </a:r>
            <a:endParaRPr b="1">
              <a:solidFill>
                <a:schemeClr val="lt2"/>
              </a:solidFill>
              <a:latin typeface="Lato"/>
              <a:ea typeface="Lato"/>
              <a:cs typeface="Lato"/>
              <a:sym typeface="Lato"/>
            </a:endParaRPr>
          </a:p>
        </p:txBody>
      </p:sp>
      <p:sp>
        <p:nvSpPr>
          <p:cNvPr id="776" name="Google Shape;776;p69"/>
          <p:cNvSpPr txBox="1"/>
          <p:nvPr/>
        </p:nvSpPr>
        <p:spPr>
          <a:xfrm>
            <a:off x="5338848" y="3727799"/>
            <a:ext cx="138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chemeClr val="accent6"/>
                </a:solidFill>
                <a:latin typeface="Lato"/>
                <a:ea typeface="Lato"/>
                <a:cs typeface="Lato"/>
                <a:sym typeface="Lato"/>
              </a:rPr>
              <a:t>Dans le Cloud</a:t>
            </a:r>
            <a:endParaRPr b="1">
              <a:solidFill>
                <a:schemeClr val="accent6"/>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70"/>
          <p:cNvSpPr/>
          <p:nvPr/>
        </p:nvSpPr>
        <p:spPr>
          <a:xfrm>
            <a:off x="2342425" y="877150"/>
            <a:ext cx="4406400" cy="2065500"/>
          </a:xfrm>
          <a:prstGeom prst="roundRect">
            <a:avLst>
              <a:gd fmla="val 16667" name="adj"/>
            </a:avLst>
          </a:prstGeom>
          <a:noFill/>
          <a:ln cap="flat" cmpd="sng" w="28575">
            <a:solidFill>
              <a:schemeClr val="lt2"/>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Qu’est ce qu’un SaaS ?</a:t>
            </a:r>
            <a:endParaRPr/>
          </a:p>
        </p:txBody>
      </p:sp>
      <p:pic>
        <p:nvPicPr>
          <p:cNvPr id="783" name="Google Shape;783;p70"/>
          <p:cNvPicPr preferRelativeResize="0"/>
          <p:nvPr/>
        </p:nvPicPr>
        <p:blipFill>
          <a:blip r:embed="rId3">
            <a:alphaModFix/>
          </a:blip>
          <a:stretch>
            <a:fillRect/>
          </a:stretch>
        </p:blipFill>
        <p:spPr>
          <a:xfrm>
            <a:off x="137225" y="1307850"/>
            <a:ext cx="1531231" cy="3688550"/>
          </a:xfrm>
          <a:prstGeom prst="rect">
            <a:avLst/>
          </a:prstGeom>
          <a:noFill/>
          <a:ln>
            <a:noFill/>
          </a:ln>
        </p:spPr>
      </p:pic>
      <p:pic>
        <p:nvPicPr>
          <p:cNvPr id="784" name="Google Shape;784;p70"/>
          <p:cNvPicPr preferRelativeResize="0"/>
          <p:nvPr/>
        </p:nvPicPr>
        <p:blipFill>
          <a:blip r:embed="rId4">
            <a:alphaModFix/>
          </a:blip>
          <a:stretch>
            <a:fillRect/>
          </a:stretch>
        </p:blipFill>
        <p:spPr>
          <a:xfrm>
            <a:off x="2999737" y="1802050"/>
            <a:ext cx="492300" cy="492300"/>
          </a:xfrm>
          <a:prstGeom prst="rect">
            <a:avLst/>
          </a:prstGeom>
          <a:noFill/>
          <a:ln>
            <a:noFill/>
          </a:ln>
        </p:spPr>
      </p:pic>
      <p:pic>
        <p:nvPicPr>
          <p:cNvPr id="785" name="Google Shape;785;p70"/>
          <p:cNvPicPr preferRelativeResize="0"/>
          <p:nvPr/>
        </p:nvPicPr>
        <p:blipFill>
          <a:blip r:embed="rId5">
            <a:alphaModFix/>
          </a:blip>
          <a:stretch>
            <a:fillRect/>
          </a:stretch>
        </p:blipFill>
        <p:spPr>
          <a:xfrm>
            <a:off x="3706513" y="4647101"/>
            <a:ext cx="368514" cy="327500"/>
          </a:xfrm>
          <a:prstGeom prst="rect">
            <a:avLst/>
          </a:prstGeom>
          <a:noFill/>
          <a:ln>
            <a:noFill/>
          </a:ln>
        </p:spPr>
      </p:pic>
      <p:pic>
        <p:nvPicPr>
          <p:cNvPr id="786" name="Google Shape;786;p70"/>
          <p:cNvPicPr preferRelativeResize="0"/>
          <p:nvPr/>
        </p:nvPicPr>
        <p:blipFill>
          <a:blip r:embed="rId6">
            <a:alphaModFix/>
          </a:blip>
          <a:stretch>
            <a:fillRect/>
          </a:stretch>
        </p:blipFill>
        <p:spPr>
          <a:xfrm>
            <a:off x="3914525" y="3292094"/>
            <a:ext cx="327501" cy="325252"/>
          </a:xfrm>
          <a:prstGeom prst="rect">
            <a:avLst/>
          </a:prstGeom>
          <a:noFill/>
          <a:ln>
            <a:noFill/>
          </a:ln>
        </p:spPr>
      </p:pic>
      <p:pic>
        <p:nvPicPr>
          <p:cNvPr id="787" name="Google Shape;787;p70"/>
          <p:cNvPicPr preferRelativeResize="0"/>
          <p:nvPr/>
        </p:nvPicPr>
        <p:blipFill>
          <a:blip r:embed="rId7">
            <a:alphaModFix/>
          </a:blip>
          <a:stretch>
            <a:fillRect/>
          </a:stretch>
        </p:blipFill>
        <p:spPr>
          <a:xfrm>
            <a:off x="4399025" y="3290975"/>
            <a:ext cx="327501" cy="327501"/>
          </a:xfrm>
          <a:prstGeom prst="rect">
            <a:avLst/>
          </a:prstGeom>
          <a:noFill/>
          <a:ln>
            <a:noFill/>
          </a:ln>
        </p:spPr>
      </p:pic>
      <p:pic>
        <p:nvPicPr>
          <p:cNvPr id="788" name="Google Shape;788;p70"/>
          <p:cNvPicPr preferRelativeResize="0"/>
          <p:nvPr/>
        </p:nvPicPr>
        <p:blipFill>
          <a:blip r:embed="rId8">
            <a:alphaModFix/>
          </a:blip>
          <a:stretch>
            <a:fillRect/>
          </a:stretch>
        </p:blipFill>
        <p:spPr>
          <a:xfrm>
            <a:off x="4901976" y="3290976"/>
            <a:ext cx="327501" cy="327501"/>
          </a:xfrm>
          <a:prstGeom prst="rect">
            <a:avLst/>
          </a:prstGeom>
          <a:noFill/>
          <a:ln>
            <a:noFill/>
          </a:ln>
        </p:spPr>
      </p:pic>
      <p:pic>
        <p:nvPicPr>
          <p:cNvPr id="789" name="Google Shape;789;p70"/>
          <p:cNvPicPr preferRelativeResize="0"/>
          <p:nvPr/>
        </p:nvPicPr>
        <p:blipFill>
          <a:blip r:embed="rId9">
            <a:alphaModFix/>
          </a:blip>
          <a:stretch>
            <a:fillRect/>
          </a:stretch>
        </p:blipFill>
        <p:spPr>
          <a:xfrm>
            <a:off x="4079701" y="3966804"/>
            <a:ext cx="492300" cy="503959"/>
          </a:xfrm>
          <a:prstGeom prst="rect">
            <a:avLst/>
          </a:prstGeom>
          <a:noFill/>
          <a:ln>
            <a:noFill/>
          </a:ln>
        </p:spPr>
      </p:pic>
      <p:pic>
        <p:nvPicPr>
          <p:cNvPr id="790" name="Google Shape;790;p70"/>
          <p:cNvPicPr preferRelativeResize="0"/>
          <p:nvPr/>
        </p:nvPicPr>
        <p:blipFill>
          <a:blip r:embed="rId9">
            <a:alphaModFix/>
          </a:blip>
          <a:stretch>
            <a:fillRect/>
          </a:stretch>
        </p:blipFill>
        <p:spPr>
          <a:xfrm>
            <a:off x="3587401" y="3966804"/>
            <a:ext cx="492300" cy="503959"/>
          </a:xfrm>
          <a:prstGeom prst="rect">
            <a:avLst/>
          </a:prstGeom>
          <a:noFill/>
          <a:ln>
            <a:noFill/>
          </a:ln>
        </p:spPr>
      </p:pic>
      <p:pic>
        <p:nvPicPr>
          <p:cNvPr id="791" name="Google Shape;791;p70"/>
          <p:cNvPicPr preferRelativeResize="0"/>
          <p:nvPr/>
        </p:nvPicPr>
        <p:blipFill>
          <a:blip r:embed="rId9">
            <a:alphaModFix/>
          </a:blip>
          <a:stretch>
            <a:fillRect/>
          </a:stretch>
        </p:blipFill>
        <p:spPr>
          <a:xfrm>
            <a:off x="4572001" y="3966804"/>
            <a:ext cx="492300" cy="503959"/>
          </a:xfrm>
          <a:prstGeom prst="rect">
            <a:avLst/>
          </a:prstGeom>
          <a:noFill/>
          <a:ln>
            <a:noFill/>
          </a:ln>
        </p:spPr>
      </p:pic>
      <p:pic>
        <p:nvPicPr>
          <p:cNvPr id="792" name="Google Shape;792;p70"/>
          <p:cNvPicPr preferRelativeResize="0"/>
          <p:nvPr/>
        </p:nvPicPr>
        <p:blipFill>
          <a:blip r:embed="rId9">
            <a:alphaModFix/>
          </a:blip>
          <a:stretch>
            <a:fillRect/>
          </a:stretch>
        </p:blipFill>
        <p:spPr>
          <a:xfrm>
            <a:off x="5064301" y="3966804"/>
            <a:ext cx="492300" cy="503959"/>
          </a:xfrm>
          <a:prstGeom prst="rect">
            <a:avLst/>
          </a:prstGeom>
          <a:noFill/>
          <a:ln>
            <a:noFill/>
          </a:ln>
        </p:spPr>
      </p:pic>
      <p:pic>
        <p:nvPicPr>
          <p:cNvPr id="793" name="Google Shape;793;p70"/>
          <p:cNvPicPr preferRelativeResize="0"/>
          <p:nvPr/>
        </p:nvPicPr>
        <p:blipFill>
          <a:blip r:embed="rId5">
            <a:alphaModFix/>
          </a:blip>
          <a:stretch>
            <a:fillRect/>
          </a:stretch>
        </p:blipFill>
        <p:spPr>
          <a:xfrm>
            <a:off x="4169988" y="4647101"/>
            <a:ext cx="368514" cy="327500"/>
          </a:xfrm>
          <a:prstGeom prst="rect">
            <a:avLst/>
          </a:prstGeom>
          <a:noFill/>
          <a:ln>
            <a:noFill/>
          </a:ln>
        </p:spPr>
      </p:pic>
      <p:pic>
        <p:nvPicPr>
          <p:cNvPr id="794" name="Google Shape;794;p70"/>
          <p:cNvPicPr preferRelativeResize="0"/>
          <p:nvPr/>
        </p:nvPicPr>
        <p:blipFill>
          <a:blip r:embed="rId5">
            <a:alphaModFix/>
          </a:blip>
          <a:stretch>
            <a:fillRect/>
          </a:stretch>
        </p:blipFill>
        <p:spPr>
          <a:xfrm>
            <a:off x="4662288" y="4647101"/>
            <a:ext cx="368514" cy="327500"/>
          </a:xfrm>
          <a:prstGeom prst="rect">
            <a:avLst/>
          </a:prstGeom>
          <a:noFill/>
          <a:ln>
            <a:noFill/>
          </a:ln>
        </p:spPr>
      </p:pic>
      <p:pic>
        <p:nvPicPr>
          <p:cNvPr id="795" name="Google Shape;795;p70"/>
          <p:cNvPicPr preferRelativeResize="0"/>
          <p:nvPr/>
        </p:nvPicPr>
        <p:blipFill>
          <a:blip r:embed="rId5">
            <a:alphaModFix/>
          </a:blip>
          <a:stretch>
            <a:fillRect/>
          </a:stretch>
        </p:blipFill>
        <p:spPr>
          <a:xfrm>
            <a:off x="5154588" y="4647101"/>
            <a:ext cx="368514" cy="327500"/>
          </a:xfrm>
          <a:prstGeom prst="rect">
            <a:avLst/>
          </a:prstGeom>
          <a:noFill/>
          <a:ln>
            <a:noFill/>
          </a:ln>
        </p:spPr>
      </p:pic>
      <p:pic>
        <p:nvPicPr>
          <p:cNvPr id="796" name="Google Shape;796;p70"/>
          <p:cNvPicPr preferRelativeResize="0"/>
          <p:nvPr/>
        </p:nvPicPr>
        <p:blipFill>
          <a:blip r:embed="rId5">
            <a:alphaModFix/>
          </a:blip>
          <a:stretch>
            <a:fillRect/>
          </a:stretch>
        </p:blipFill>
        <p:spPr>
          <a:xfrm>
            <a:off x="3663700" y="2492201"/>
            <a:ext cx="368514" cy="327500"/>
          </a:xfrm>
          <a:prstGeom prst="rect">
            <a:avLst/>
          </a:prstGeom>
          <a:noFill/>
          <a:ln>
            <a:noFill/>
          </a:ln>
        </p:spPr>
      </p:pic>
      <p:pic>
        <p:nvPicPr>
          <p:cNvPr id="797" name="Google Shape;797;p70"/>
          <p:cNvPicPr preferRelativeResize="0"/>
          <p:nvPr/>
        </p:nvPicPr>
        <p:blipFill>
          <a:blip r:embed="rId5">
            <a:alphaModFix/>
          </a:blip>
          <a:stretch>
            <a:fillRect/>
          </a:stretch>
        </p:blipFill>
        <p:spPr>
          <a:xfrm>
            <a:off x="4127175" y="2492201"/>
            <a:ext cx="368514" cy="327500"/>
          </a:xfrm>
          <a:prstGeom prst="rect">
            <a:avLst/>
          </a:prstGeom>
          <a:noFill/>
          <a:ln>
            <a:noFill/>
          </a:ln>
        </p:spPr>
      </p:pic>
      <p:pic>
        <p:nvPicPr>
          <p:cNvPr id="798" name="Google Shape;798;p70"/>
          <p:cNvPicPr preferRelativeResize="0"/>
          <p:nvPr/>
        </p:nvPicPr>
        <p:blipFill>
          <a:blip r:embed="rId5">
            <a:alphaModFix/>
          </a:blip>
          <a:stretch>
            <a:fillRect/>
          </a:stretch>
        </p:blipFill>
        <p:spPr>
          <a:xfrm>
            <a:off x="4619475" y="2492201"/>
            <a:ext cx="368514" cy="327500"/>
          </a:xfrm>
          <a:prstGeom prst="rect">
            <a:avLst/>
          </a:prstGeom>
          <a:noFill/>
          <a:ln>
            <a:noFill/>
          </a:ln>
        </p:spPr>
      </p:pic>
      <p:pic>
        <p:nvPicPr>
          <p:cNvPr id="799" name="Google Shape;799;p70"/>
          <p:cNvPicPr preferRelativeResize="0"/>
          <p:nvPr/>
        </p:nvPicPr>
        <p:blipFill>
          <a:blip r:embed="rId5">
            <a:alphaModFix/>
          </a:blip>
          <a:stretch>
            <a:fillRect/>
          </a:stretch>
        </p:blipFill>
        <p:spPr>
          <a:xfrm>
            <a:off x="5111775" y="2492201"/>
            <a:ext cx="368514" cy="327500"/>
          </a:xfrm>
          <a:prstGeom prst="rect">
            <a:avLst/>
          </a:prstGeom>
          <a:noFill/>
          <a:ln>
            <a:noFill/>
          </a:ln>
        </p:spPr>
      </p:pic>
      <p:pic>
        <p:nvPicPr>
          <p:cNvPr id="800" name="Google Shape;800;p70"/>
          <p:cNvPicPr preferRelativeResize="0"/>
          <p:nvPr/>
        </p:nvPicPr>
        <p:blipFill>
          <a:blip r:embed="rId4">
            <a:alphaModFix/>
          </a:blip>
          <a:stretch>
            <a:fillRect/>
          </a:stretch>
        </p:blipFill>
        <p:spPr>
          <a:xfrm>
            <a:off x="3862137" y="1696300"/>
            <a:ext cx="492300" cy="492300"/>
          </a:xfrm>
          <a:prstGeom prst="rect">
            <a:avLst/>
          </a:prstGeom>
          <a:noFill/>
          <a:ln>
            <a:noFill/>
          </a:ln>
        </p:spPr>
      </p:pic>
      <p:pic>
        <p:nvPicPr>
          <p:cNvPr id="801" name="Google Shape;801;p70"/>
          <p:cNvPicPr preferRelativeResize="0"/>
          <p:nvPr/>
        </p:nvPicPr>
        <p:blipFill>
          <a:blip r:embed="rId4">
            <a:alphaModFix/>
          </a:blip>
          <a:stretch>
            <a:fillRect/>
          </a:stretch>
        </p:blipFill>
        <p:spPr>
          <a:xfrm>
            <a:off x="4832312" y="1696300"/>
            <a:ext cx="492300" cy="492300"/>
          </a:xfrm>
          <a:prstGeom prst="rect">
            <a:avLst/>
          </a:prstGeom>
          <a:noFill/>
          <a:ln>
            <a:noFill/>
          </a:ln>
        </p:spPr>
      </p:pic>
      <p:pic>
        <p:nvPicPr>
          <p:cNvPr id="802" name="Google Shape;802;p70"/>
          <p:cNvPicPr preferRelativeResize="0"/>
          <p:nvPr/>
        </p:nvPicPr>
        <p:blipFill>
          <a:blip r:embed="rId4">
            <a:alphaModFix/>
          </a:blip>
          <a:stretch>
            <a:fillRect/>
          </a:stretch>
        </p:blipFill>
        <p:spPr>
          <a:xfrm>
            <a:off x="5629362" y="1860700"/>
            <a:ext cx="492300" cy="492300"/>
          </a:xfrm>
          <a:prstGeom prst="rect">
            <a:avLst/>
          </a:prstGeom>
          <a:noFill/>
          <a:ln>
            <a:noFill/>
          </a:ln>
        </p:spPr>
      </p:pic>
      <p:cxnSp>
        <p:nvCxnSpPr>
          <p:cNvPr id="803" name="Google Shape;803;p70"/>
          <p:cNvCxnSpPr>
            <a:stCxn id="785" idx="0"/>
            <a:endCxn id="789" idx="2"/>
          </p:cNvCxnSpPr>
          <p:nvPr/>
        </p:nvCxnSpPr>
        <p:spPr>
          <a:xfrm flipH="1" rot="10800000">
            <a:off x="3890770" y="4470701"/>
            <a:ext cx="435000" cy="1764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70"/>
          <p:cNvCxnSpPr>
            <a:stCxn id="793" idx="0"/>
            <a:endCxn id="790" idx="2"/>
          </p:cNvCxnSpPr>
          <p:nvPr/>
        </p:nvCxnSpPr>
        <p:spPr>
          <a:xfrm rot="10800000">
            <a:off x="38334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805" name="Google Shape;805;p70"/>
          <p:cNvCxnSpPr>
            <a:stCxn id="794" idx="0"/>
            <a:endCxn id="792" idx="2"/>
          </p:cNvCxnSpPr>
          <p:nvPr/>
        </p:nvCxnSpPr>
        <p:spPr>
          <a:xfrm flipH="1" rot="10800000">
            <a:off x="4846545" y="4470701"/>
            <a:ext cx="463800" cy="1764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70"/>
          <p:cNvCxnSpPr>
            <a:stCxn id="794" idx="0"/>
            <a:endCxn id="790" idx="2"/>
          </p:cNvCxnSpPr>
          <p:nvPr/>
        </p:nvCxnSpPr>
        <p:spPr>
          <a:xfrm rot="10800000">
            <a:off x="3833445" y="4470701"/>
            <a:ext cx="1013100" cy="176400"/>
          </a:xfrm>
          <a:prstGeom prst="straightConnector1">
            <a:avLst/>
          </a:prstGeom>
          <a:noFill/>
          <a:ln cap="flat" cmpd="sng" w="9525">
            <a:solidFill>
              <a:schemeClr val="dk2"/>
            </a:solidFill>
            <a:prstDash val="solid"/>
            <a:round/>
            <a:headEnd len="med" w="med" type="none"/>
            <a:tailEnd len="med" w="med" type="none"/>
          </a:ln>
        </p:spPr>
      </p:cxnSp>
      <p:cxnSp>
        <p:nvCxnSpPr>
          <p:cNvPr id="807" name="Google Shape;807;p70"/>
          <p:cNvCxnSpPr>
            <a:stCxn id="794" idx="0"/>
            <a:endCxn id="789" idx="2"/>
          </p:cNvCxnSpPr>
          <p:nvPr/>
        </p:nvCxnSpPr>
        <p:spPr>
          <a:xfrm rot="10800000">
            <a:off x="43257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808" name="Google Shape;808;p70"/>
          <p:cNvCxnSpPr>
            <a:stCxn id="794" idx="0"/>
            <a:endCxn id="791" idx="2"/>
          </p:cNvCxnSpPr>
          <p:nvPr/>
        </p:nvCxnSpPr>
        <p:spPr>
          <a:xfrm rot="10800000">
            <a:off x="4818045" y="4470701"/>
            <a:ext cx="28500" cy="1764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70"/>
          <p:cNvCxnSpPr>
            <a:stCxn id="795" idx="0"/>
            <a:endCxn id="791" idx="2"/>
          </p:cNvCxnSpPr>
          <p:nvPr/>
        </p:nvCxnSpPr>
        <p:spPr>
          <a:xfrm rot="10800000">
            <a:off x="48180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810" name="Google Shape;810;p70"/>
          <p:cNvCxnSpPr>
            <a:stCxn id="795" idx="0"/>
            <a:endCxn id="792" idx="2"/>
          </p:cNvCxnSpPr>
          <p:nvPr/>
        </p:nvCxnSpPr>
        <p:spPr>
          <a:xfrm rot="10800000">
            <a:off x="5310345" y="4470701"/>
            <a:ext cx="28500" cy="176400"/>
          </a:xfrm>
          <a:prstGeom prst="straightConnector1">
            <a:avLst/>
          </a:prstGeom>
          <a:noFill/>
          <a:ln cap="flat" cmpd="sng" w="9525">
            <a:solidFill>
              <a:schemeClr val="dk2"/>
            </a:solidFill>
            <a:prstDash val="solid"/>
            <a:round/>
            <a:headEnd len="med" w="med" type="none"/>
            <a:tailEnd len="med" w="med" type="none"/>
          </a:ln>
        </p:spPr>
      </p:cxnSp>
      <p:cxnSp>
        <p:nvCxnSpPr>
          <p:cNvPr id="811" name="Google Shape;811;p70"/>
          <p:cNvCxnSpPr>
            <a:stCxn id="793" idx="0"/>
            <a:endCxn id="792" idx="2"/>
          </p:cNvCxnSpPr>
          <p:nvPr/>
        </p:nvCxnSpPr>
        <p:spPr>
          <a:xfrm flipH="1" rot="10800000">
            <a:off x="4354245" y="4470701"/>
            <a:ext cx="956100" cy="176400"/>
          </a:xfrm>
          <a:prstGeom prst="straightConnector1">
            <a:avLst/>
          </a:prstGeom>
          <a:noFill/>
          <a:ln cap="flat" cmpd="sng" w="9525">
            <a:solidFill>
              <a:schemeClr val="dk2"/>
            </a:solidFill>
            <a:prstDash val="solid"/>
            <a:round/>
            <a:headEnd len="med" w="med" type="none"/>
            <a:tailEnd len="med" w="med" type="none"/>
          </a:ln>
        </p:spPr>
      </p:cxnSp>
      <p:cxnSp>
        <p:nvCxnSpPr>
          <p:cNvPr id="812" name="Google Shape;812;p70"/>
          <p:cNvCxnSpPr>
            <a:stCxn id="790" idx="0"/>
            <a:endCxn id="786" idx="2"/>
          </p:cNvCxnSpPr>
          <p:nvPr/>
        </p:nvCxnSpPr>
        <p:spPr>
          <a:xfrm flipH="1" rot="10800000">
            <a:off x="3833550" y="3617304"/>
            <a:ext cx="244800" cy="349500"/>
          </a:xfrm>
          <a:prstGeom prst="straightConnector1">
            <a:avLst/>
          </a:prstGeom>
          <a:noFill/>
          <a:ln cap="flat" cmpd="sng" w="9525">
            <a:solidFill>
              <a:schemeClr val="dk2"/>
            </a:solidFill>
            <a:prstDash val="solid"/>
            <a:round/>
            <a:headEnd len="med" w="med" type="none"/>
            <a:tailEnd len="med" w="med" type="none"/>
          </a:ln>
        </p:spPr>
      </p:cxnSp>
      <p:cxnSp>
        <p:nvCxnSpPr>
          <p:cNvPr id="813" name="Google Shape;813;p70"/>
          <p:cNvCxnSpPr>
            <a:stCxn id="789" idx="0"/>
            <a:endCxn id="786" idx="2"/>
          </p:cNvCxnSpPr>
          <p:nvPr/>
        </p:nvCxnSpPr>
        <p:spPr>
          <a:xfrm rot="10800000">
            <a:off x="4078350" y="3617304"/>
            <a:ext cx="247500" cy="349500"/>
          </a:xfrm>
          <a:prstGeom prst="straightConnector1">
            <a:avLst/>
          </a:prstGeom>
          <a:noFill/>
          <a:ln cap="flat" cmpd="sng" w="9525">
            <a:solidFill>
              <a:schemeClr val="dk2"/>
            </a:solidFill>
            <a:prstDash val="solid"/>
            <a:round/>
            <a:headEnd len="med" w="med" type="none"/>
            <a:tailEnd len="med" w="med" type="none"/>
          </a:ln>
        </p:spPr>
      </p:cxnSp>
      <p:cxnSp>
        <p:nvCxnSpPr>
          <p:cNvPr id="814" name="Google Shape;814;p70"/>
          <p:cNvCxnSpPr>
            <a:stCxn id="791" idx="0"/>
            <a:endCxn id="787" idx="2"/>
          </p:cNvCxnSpPr>
          <p:nvPr/>
        </p:nvCxnSpPr>
        <p:spPr>
          <a:xfrm rot="10800000">
            <a:off x="4562850" y="3618504"/>
            <a:ext cx="255300" cy="348300"/>
          </a:xfrm>
          <a:prstGeom prst="straightConnector1">
            <a:avLst/>
          </a:prstGeom>
          <a:noFill/>
          <a:ln cap="flat" cmpd="sng" w="9525">
            <a:solidFill>
              <a:schemeClr val="dk2"/>
            </a:solidFill>
            <a:prstDash val="solid"/>
            <a:round/>
            <a:headEnd len="med" w="med" type="none"/>
            <a:tailEnd len="med" w="med" type="none"/>
          </a:ln>
        </p:spPr>
      </p:cxnSp>
      <p:cxnSp>
        <p:nvCxnSpPr>
          <p:cNvPr id="815" name="Google Shape;815;p70"/>
          <p:cNvCxnSpPr>
            <a:stCxn id="792" idx="0"/>
            <a:endCxn id="788" idx="2"/>
          </p:cNvCxnSpPr>
          <p:nvPr/>
        </p:nvCxnSpPr>
        <p:spPr>
          <a:xfrm rot="10800000">
            <a:off x="5065650" y="3618504"/>
            <a:ext cx="244800" cy="348300"/>
          </a:xfrm>
          <a:prstGeom prst="straightConnector1">
            <a:avLst/>
          </a:prstGeom>
          <a:noFill/>
          <a:ln cap="flat" cmpd="sng" w="9525">
            <a:solidFill>
              <a:schemeClr val="dk2"/>
            </a:solidFill>
            <a:prstDash val="solid"/>
            <a:round/>
            <a:headEnd len="med" w="med" type="none"/>
            <a:tailEnd len="med" w="med" type="none"/>
          </a:ln>
        </p:spPr>
      </p:cxnSp>
      <p:cxnSp>
        <p:nvCxnSpPr>
          <p:cNvPr id="816" name="Google Shape;816;p70"/>
          <p:cNvCxnSpPr>
            <a:stCxn id="790" idx="0"/>
            <a:endCxn id="788" idx="2"/>
          </p:cNvCxnSpPr>
          <p:nvPr/>
        </p:nvCxnSpPr>
        <p:spPr>
          <a:xfrm flipH="1" rot="10800000">
            <a:off x="3833550" y="3618504"/>
            <a:ext cx="1232100" cy="348300"/>
          </a:xfrm>
          <a:prstGeom prst="straightConnector1">
            <a:avLst/>
          </a:prstGeom>
          <a:noFill/>
          <a:ln cap="flat" cmpd="sng" w="9525">
            <a:solidFill>
              <a:schemeClr val="dk2"/>
            </a:solidFill>
            <a:prstDash val="solid"/>
            <a:round/>
            <a:headEnd len="med" w="med" type="none"/>
            <a:tailEnd len="med" w="med" type="none"/>
          </a:ln>
        </p:spPr>
      </p:cxnSp>
      <p:cxnSp>
        <p:nvCxnSpPr>
          <p:cNvPr id="817" name="Google Shape;817;p70"/>
          <p:cNvCxnSpPr>
            <a:stCxn id="786" idx="0"/>
            <a:endCxn id="796" idx="2"/>
          </p:cNvCxnSpPr>
          <p:nvPr/>
        </p:nvCxnSpPr>
        <p:spPr>
          <a:xfrm rot="10800000">
            <a:off x="3847875" y="2819594"/>
            <a:ext cx="230400" cy="472500"/>
          </a:xfrm>
          <a:prstGeom prst="straightConnector1">
            <a:avLst/>
          </a:prstGeom>
          <a:noFill/>
          <a:ln cap="flat" cmpd="sng" w="9525">
            <a:solidFill>
              <a:schemeClr val="dk2"/>
            </a:solidFill>
            <a:prstDash val="solid"/>
            <a:round/>
            <a:headEnd len="med" w="med" type="none"/>
            <a:tailEnd len="med" w="med" type="none"/>
          </a:ln>
        </p:spPr>
      </p:cxnSp>
      <p:cxnSp>
        <p:nvCxnSpPr>
          <p:cNvPr id="818" name="Google Shape;818;p70"/>
          <p:cNvCxnSpPr>
            <a:stCxn id="788" idx="0"/>
            <a:endCxn id="799" idx="2"/>
          </p:cNvCxnSpPr>
          <p:nvPr/>
        </p:nvCxnSpPr>
        <p:spPr>
          <a:xfrm flipH="1" rot="10800000">
            <a:off x="5065726" y="2819676"/>
            <a:ext cx="230400" cy="471300"/>
          </a:xfrm>
          <a:prstGeom prst="straightConnector1">
            <a:avLst/>
          </a:prstGeom>
          <a:noFill/>
          <a:ln cap="flat" cmpd="sng" w="9525">
            <a:solidFill>
              <a:schemeClr val="dk2"/>
            </a:solidFill>
            <a:prstDash val="solid"/>
            <a:round/>
            <a:headEnd len="med" w="med" type="none"/>
            <a:tailEnd len="med" w="med" type="none"/>
          </a:ln>
        </p:spPr>
      </p:cxnSp>
      <p:cxnSp>
        <p:nvCxnSpPr>
          <p:cNvPr id="819" name="Google Shape;819;p70"/>
          <p:cNvCxnSpPr>
            <a:stCxn id="788" idx="0"/>
            <a:endCxn id="798" idx="2"/>
          </p:cNvCxnSpPr>
          <p:nvPr/>
        </p:nvCxnSpPr>
        <p:spPr>
          <a:xfrm rot="10800000">
            <a:off x="4803826" y="2819676"/>
            <a:ext cx="261900" cy="471300"/>
          </a:xfrm>
          <a:prstGeom prst="straightConnector1">
            <a:avLst/>
          </a:prstGeom>
          <a:noFill/>
          <a:ln cap="flat" cmpd="sng" w="9525">
            <a:solidFill>
              <a:schemeClr val="dk2"/>
            </a:solidFill>
            <a:prstDash val="solid"/>
            <a:round/>
            <a:headEnd len="med" w="med" type="none"/>
            <a:tailEnd len="med" w="med" type="none"/>
          </a:ln>
        </p:spPr>
      </p:cxnSp>
      <p:cxnSp>
        <p:nvCxnSpPr>
          <p:cNvPr id="820" name="Google Shape;820;p70"/>
          <p:cNvCxnSpPr>
            <a:stCxn id="788" idx="0"/>
            <a:endCxn id="797" idx="2"/>
          </p:cNvCxnSpPr>
          <p:nvPr/>
        </p:nvCxnSpPr>
        <p:spPr>
          <a:xfrm rot="10800000">
            <a:off x="4311526" y="2819676"/>
            <a:ext cx="754200" cy="471300"/>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70"/>
          <p:cNvCxnSpPr>
            <a:stCxn id="787" idx="0"/>
            <a:endCxn id="798" idx="2"/>
          </p:cNvCxnSpPr>
          <p:nvPr/>
        </p:nvCxnSpPr>
        <p:spPr>
          <a:xfrm flipH="1" rot="10800000">
            <a:off x="4562775" y="2819675"/>
            <a:ext cx="240900" cy="471300"/>
          </a:xfrm>
          <a:prstGeom prst="straightConnector1">
            <a:avLst/>
          </a:prstGeom>
          <a:noFill/>
          <a:ln cap="flat" cmpd="sng" w="9525">
            <a:solidFill>
              <a:schemeClr val="dk2"/>
            </a:solidFill>
            <a:prstDash val="solid"/>
            <a:round/>
            <a:headEnd len="med" w="med" type="none"/>
            <a:tailEnd len="med" w="med" type="none"/>
          </a:ln>
        </p:spPr>
      </p:cxnSp>
      <p:cxnSp>
        <p:nvCxnSpPr>
          <p:cNvPr id="822" name="Google Shape;822;p70"/>
          <p:cNvCxnSpPr>
            <a:stCxn id="796" idx="0"/>
            <a:endCxn id="784" idx="2"/>
          </p:cNvCxnSpPr>
          <p:nvPr/>
        </p:nvCxnSpPr>
        <p:spPr>
          <a:xfrm rot="10800000">
            <a:off x="3245857" y="2294201"/>
            <a:ext cx="602100" cy="198000"/>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70"/>
          <p:cNvCxnSpPr>
            <a:stCxn id="796" idx="0"/>
            <a:endCxn id="800" idx="2"/>
          </p:cNvCxnSpPr>
          <p:nvPr/>
        </p:nvCxnSpPr>
        <p:spPr>
          <a:xfrm flipH="1" rot="10800000">
            <a:off x="3847957" y="2188601"/>
            <a:ext cx="260400" cy="303600"/>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70"/>
          <p:cNvCxnSpPr>
            <a:stCxn id="797" idx="0"/>
            <a:endCxn id="784" idx="2"/>
          </p:cNvCxnSpPr>
          <p:nvPr/>
        </p:nvCxnSpPr>
        <p:spPr>
          <a:xfrm rot="10800000">
            <a:off x="3245832" y="2294201"/>
            <a:ext cx="1065600" cy="198000"/>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70"/>
          <p:cNvCxnSpPr>
            <a:stCxn id="797" idx="0"/>
            <a:endCxn id="801" idx="2"/>
          </p:cNvCxnSpPr>
          <p:nvPr/>
        </p:nvCxnSpPr>
        <p:spPr>
          <a:xfrm flipH="1" rot="10800000">
            <a:off x="4311432" y="2188601"/>
            <a:ext cx="767100" cy="303600"/>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70"/>
          <p:cNvCxnSpPr>
            <a:stCxn id="797" idx="0"/>
            <a:endCxn id="802" idx="2"/>
          </p:cNvCxnSpPr>
          <p:nvPr/>
        </p:nvCxnSpPr>
        <p:spPr>
          <a:xfrm flipH="1" rot="10800000">
            <a:off x="4311432" y="2353001"/>
            <a:ext cx="1564200" cy="139200"/>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70"/>
          <p:cNvCxnSpPr>
            <a:stCxn id="799" idx="0"/>
            <a:endCxn id="801" idx="2"/>
          </p:cNvCxnSpPr>
          <p:nvPr/>
        </p:nvCxnSpPr>
        <p:spPr>
          <a:xfrm rot="10800000">
            <a:off x="5078532" y="2188601"/>
            <a:ext cx="217500" cy="30360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70"/>
          <p:cNvCxnSpPr>
            <a:stCxn id="798" idx="0"/>
            <a:endCxn id="800" idx="2"/>
          </p:cNvCxnSpPr>
          <p:nvPr/>
        </p:nvCxnSpPr>
        <p:spPr>
          <a:xfrm rot="10800000">
            <a:off x="4108332" y="2188601"/>
            <a:ext cx="695400" cy="303600"/>
          </a:xfrm>
          <a:prstGeom prst="straightConnector1">
            <a:avLst/>
          </a:prstGeom>
          <a:noFill/>
          <a:ln cap="flat" cmpd="sng" w="9525">
            <a:solidFill>
              <a:schemeClr val="dk2"/>
            </a:solidFill>
            <a:prstDash val="solid"/>
            <a:round/>
            <a:headEnd len="med" w="med" type="none"/>
            <a:tailEnd len="med" w="med" type="none"/>
          </a:ln>
        </p:spPr>
      </p:cxnSp>
      <p:pic>
        <p:nvPicPr>
          <p:cNvPr id="829" name="Google Shape;829;p70"/>
          <p:cNvPicPr preferRelativeResize="0"/>
          <p:nvPr/>
        </p:nvPicPr>
        <p:blipFill>
          <a:blip r:embed="rId10">
            <a:alphaModFix/>
          </a:blip>
          <a:stretch>
            <a:fillRect/>
          </a:stretch>
        </p:blipFill>
        <p:spPr>
          <a:xfrm flipH="1">
            <a:off x="3114925" y="972715"/>
            <a:ext cx="261900" cy="654750"/>
          </a:xfrm>
          <a:prstGeom prst="rect">
            <a:avLst/>
          </a:prstGeom>
          <a:noFill/>
          <a:ln>
            <a:noFill/>
          </a:ln>
        </p:spPr>
      </p:pic>
      <p:pic>
        <p:nvPicPr>
          <p:cNvPr id="830" name="Google Shape;830;p70"/>
          <p:cNvPicPr preferRelativeResize="0"/>
          <p:nvPr/>
        </p:nvPicPr>
        <p:blipFill>
          <a:blip r:embed="rId10">
            <a:alphaModFix/>
          </a:blip>
          <a:stretch>
            <a:fillRect/>
          </a:stretch>
        </p:blipFill>
        <p:spPr>
          <a:xfrm flipH="1">
            <a:off x="4946473" y="877140"/>
            <a:ext cx="261900" cy="654750"/>
          </a:xfrm>
          <a:prstGeom prst="rect">
            <a:avLst/>
          </a:prstGeom>
          <a:noFill/>
          <a:ln>
            <a:noFill/>
          </a:ln>
        </p:spPr>
      </p:pic>
      <p:pic>
        <p:nvPicPr>
          <p:cNvPr id="831" name="Google Shape;831;p70"/>
          <p:cNvPicPr preferRelativeResize="0"/>
          <p:nvPr/>
        </p:nvPicPr>
        <p:blipFill>
          <a:blip r:embed="rId11">
            <a:alphaModFix/>
          </a:blip>
          <a:stretch>
            <a:fillRect/>
          </a:stretch>
        </p:blipFill>
        <p:spPr>
          <a:xfrm>
            <a:off x="3944526" y="931478"/>
            <a:ext cx="327500" cy="659220"/>
          </a:xfrm>
          <a:prstGeom prst="rect">
            <a:avLst/>
          </a:prstGeom>
          <a:noFill/>
          <a:ln>
            <a:noFill/>
          </a:ln>
        </p:spPr>
      </p:pic>
      <p:pic>
        <p:nvPicPr>
          <p:cNvPr id="832" name="Google Shape;832;p70"/>
          <p:cNvPicPr preferRelativeResize="0"/>
          <p:nvPr/>
        </p:nvPicPr>
        <p:blipFill>
          <a:blip r:embed="rId11">
            <a:alphaModFix/>
          </a:blip>
          <a:stretch>
            <a:fillRect/>
          </a:stretch>
        </p:blipFill>
        <p:spPr>
          <a:xfrm>
            <a:off x="5711751" y="970490"/>
            <a:ext cx="327500" cy="659220"/>
          </a:xfrm>
          <a:prstGeom prst="rect">
            <a:avLst/>
          </a:prstGeom>
          <a:noFill/>
          <a:ln>
            <a:noFill/>
          </a:ln>
        </p:spPr>
      </p:pic>
      <p:cxnSp>
        <p:nvCxnSpPr>
          <p:cNvPr id="833" name="Google Shape;833;p70"/>
          <p:cNvCxnSpPr>
            <a:stCxn id="829" idx="2"/>
            <a:endCxn id="784" idx="0"/>
          </p:cNvCxnSpPr>
          <p:nvPr/>
        </p:nvCxnSpPr>
        <p:spPr>
          <a:xfrm>
            <a:off x="3245875" y="1627466"/>
            <a:ext cx="0" cy="174600"/>
          </a:xfrm>
          <a:prstGeom prst="straightConnector1">
            <a:avLst/>
          </a:prstGeom>
          <a:noFill/>
          <a:ln cap="flat" cmpd="sng" w="9525">
            <a:solidFill>
              <a:schemeClr val="dk2"/>
            </a:solidFill>
            <a:prstDash val="solid"/>
            <a:round/>
            <a:headEnd len="med" w="med" type="none"/>
            <a:tailEnd len="med" w="med" type="none"/>
          </a:ln>
        </p:spPr>
      </p:cxnSp>
      <p:cxnSp>
        <p:nvCxnSpPr>
          <p:cNvPr id="834" name="Google Shape;834;p70"/>
          <p:cNvCxnSpPr>
            <a:stCxn id="831" idx="2"/>
            <a:endCxn id="800" idx="0"/>
          </p:cNvCxnSpPr>
          <p:nvPr/>
        </p:nvCxnSpPr>
        <p:spPr>
          <a:xfrm>
            <a:off x="4108276" y="1590698"/>
            <a:ext cx="0" cy="105600"/>
          </a:xfrm>
          <a:prstGeom prst="straightConnector1">
            <a:avLst/>
          </a:prstGeom>
          <a:noFill/>
          <a:ln cap="flat" cmpd="sng" w="9525">
            <a:solidFill>
              <a:schemeClr val="dk2"/>
            </a:solidFill>
            <a:prstDash val="solid"/>
            <a:round/>
            <a:headEnd len="med" w="med" type="none"/>
            <a:tailEnd len="med" w="med" type="none"/>
          </a:ln>
        </p:spPr>
      </p:cxnSp>
      <p:cxnSp>
        <p:nvCxnSpPr>
          <p:cNvPr id="835" name="Google Shape;835;p70"/>
          <p:cNvCxnSpPr>
            <a:stCxn id="830" idx="2"/>
            <a:endCxn id="801" idx="0"/>
          </p:cNvCxnSpPr>
          <p:nvPr/>
        </p:nvCxnSpPr>
        <p:spPr>
          <a:xfrm>
            <a:off x="5077423" y="1531891"/>
            <a:ext cx="900" cy="164400"/>
          </a:xfrm>
          <a:prstGeom prst="straightConnector1">
            <a:avLst/>
          </a:prstGeom>
          <a:noFill/>
          <a:ln cap="flat" cmpd="sng" w="9525">
            <a:solidFill>
              <a:schemeClr val="dk2"/>
            </a:solidFill>
            <a:prstDash val="solid"/>
            <a:round/>
            <a:headEnd len="med" w="med" type="none"/>
            <a:tailEnd len="med" w="med" type="none"/>
          </a:ln>
        </p:spPr>
      </p:cxnSp>
      <p:cxnSp>
        <p:nvCxnSpPr>
          <p:cNvPr id="836" name="Google Shape;836;p70"/>
          <p:cNvCxnSpPr>
            <a:stCxn id="832" idx="2"/>
            <a:endCxn id="802" idx="0"/>
          </p:cNvCxnSpPr>
          <p:nvPr/>
        </p:nvCxnSpPr>
        <p:spPr>
          <a:xfrm>
            <a:off x="5875501" y="1629711"/>
            <a:ext cx="0" cy="231000"/>
          </a:xfrm>
          <a:prstGeom prst="straightConnector1">
            <a:avLst/>
          </a:prstGeom>
          <a:noFill/>
          <a:ln cap="flat" cmpd="sng" w="9525">
            <a:solidFill>
              <a:schemeClr val="dk2"/>
            </a:solidFill>
            <a:prstDash val="solid"/>
            <a:round/>
            <a:headEnd len="med" w="med" type="none"/>
            <a:tailEnd len="med" w="med" type="none"/>
          </a:ln>
        </p:spPr>
      </p:cxnSp>
      <p:sp>
        <p:nvSpPr>
          <p:cNvPr id="837" name="Google Shape;837;p70"/>
          <p:cNvSpPr txBox="1"/>
          <p:nvPr/>
        </p:nvSpPr>
        <p:spPr>
          <a:xfrm>
            <a:off x="5669848" y="1414009"/>
            <a:ext cx="138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chemeClr val="lt2"/>
                </a:solidFill>
                <a:latin typeface="Lato"/>
                <a:ea typeface="Lato"/>
                <a:cs typeface="Lato"/>
                <a:sym typeface="Lato"/>
              </a:rPr>
              <a:t>Sur Site</a:t>
            </a:r>
            <a:endParaRPr b="1">
              <a:solidFill>
                <a:schemeClr val="lt2"/>
              </a:solidFill>
              <a:latin typeface="Lato"/>
              <a:ea typeface="Lato"/>
              <a:cs typeface="Lato"/>
              <a:sym typeface="Lato"/>
            </a:endParaRPr>
          </a:p>
        </p:txBody>
      </p:sp>
      <p:sp>
        <p:nvSpPr>
          <p:cNvPr id="838" name="Google Shape;838;p70"/>
          <p:cNvSpPr/>
          <p:nvPr/>
        </p:nvSpPr>
        <p:spPr>
          <a:xfrm>
            <a:off x="2302175" y="3082750"/>
            <a:ext cx="4406400" cy="1970400"/>
          </a:xfrm>
          <a:prstGeom prst="roundRect">
            <a:avLst>
              <a:gd fmla="val 16667" name="adj"/>
            </a:avLst>
          </a:prstGeom>
          <a:noFill/>
          <a:ln cap="flat" cmpd="sng" w="28575">
            <a:solidFill>
              <a:schemeClr val="accent6"/>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70"/>
          <p:cNvSpPr txBox="1"/>
          <p:nvPr/>
        </p:nvSpPr>
        <p:spPr>
          <a:xfrm>
            <a:off x="5404923" y="3193149"/>
            <a:ext cx="138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chemeClr val="accent6"/>
                </a:solidFill>
                <a:latin typeface="Lato"/>
                <a:ea typeface="Lato"/>
                <a:cs typeface="Lato"/>
                <a:sym typeface="Lato"/>
              </a:rPr>
              <a:t>Dans le Cloud</a:t>
            </a:r>
            <a:endParaRPr b="1">
              <a:solidFill>
                <a:schemeClr val="accent6"/>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Qu’est ce qu’un SaaS ?</a:t>
            </a:r>
            <a:endParaRPr/>
          </a:p>
        </p:txBody>
      </p:sp>
      <p:pic>
        <p:nvPicPr>
          <p:cNvPr id="845" name="Google Shape;845;p71"/>
          <p:cNvPicPr preferRelativeResize="0"/>
          <p:nvPr/>
        </p:nvPicPr>
        <p:blipFill>
          <a:blip r:embed="rId3">
            <a:alphaModFix/>
          </a:blip>
          <a:stretch>
            <a:fillRect/>
          </a:stretch>
        </p:blipFill>
        <p:spPr>
          <a:xfrm>
            <a:off x="184421" y="1547050"/>
            <a:ext cx="1482550" cy="3455801"/>
          </a:xfrm>
          <a:prstGeom prst="rect">
            <a:avLst/>
          </a:prstGeom>
          <a:noFill/>
          <a:ln>
            <a:noFill/>
          </a:ln>
        </p:spPr>
      </p:pic>
      <p:pic>
        <p:nvPicPr>
          <p:cNvPr id="846" name="Google Shape;846;p71"/>
          <p:cNvPicPr preferRelativeResize="0"/>
          <p:nvPr/>
        </p:nvPicPr>
        <p:blipFill>
          <a:blip r:embed="rId4">
            <a:alphaModFix/>
          </a:blip>
          <a:stretch>
            <a:fillRect/>
          </a:stretch>
        </p:blipFill>
        <p:spPr>
          <a:xfrm>
            <a:off x="2999737" y="1802050"/>
            <a:ext cx="492300" cy="492300"/>
          </a:xfrm>
          <a:prstGeom prst="rect">
            <a:avLst/>
          </a:prstGeom>
          <a:noFill/>
          <a:ln>
            <a:noFill/>
          </a:ln>
        </p:spPr>
      </p:pic>
      <p:pic>
        <p:nvPicPr>
          <p:cNvPr id="847" name="Google Shape;847;p71"/>
          <p:cNvPicPr preferRelativeResize="0"/>
          <p:nvPr/>
        </p:nvPicPr>
        <p:blipFill>
          <a:blip r:embed="rId5">
            <a:alphaModFix/>
          </a:blip>
          <a:stretch>
            <a:fillRect/>
          </a:stretch>
        </p:blipFill>
        <p:spPr>
          <a:xfrm>
            <a:off x="3706513" y="4647101"/>
            <a:ext cx="368514" cy="327500"/>
          </a:xfrm>
          <a:prstGeom prst="rect">
            <a:avLst/>
          </a:prstGeom>
          <a:noFill/>
          <a:ln>
            <a:noFill/>
          </a:ln>
        </p:spPr>
      </p:pic>
      <p:pic>
        <p:nvPicPr>
          <p:cNvPr id="848" name="Google Shape;848;p71"/>
          <p:cNvPicPr preferRelativeResize="0"/>
          <p:nvPr/>
        </p:nvPicPr>
        <p:blipFill>
          <a:blip r:embed="rId6">
            <a:alphaModFix/>
          </a:blip>
          <a:stretch>
            <a:fillRect/>
          </a:stretch>
        </p:blipFill>
        <p:spPr>
          <a:xfrm>
            <a:off x="3914525" y="3292094"/>
            <a:ext cx="327501" cy="325252"/>
          </a:xfrm>
          <a:prstGeom prst="rect">
            <a:avLst/>
          </a:prstGeom>
          <a:noFill/>
          <a:ln>
            <a:noFill/>
          </a:ln>
        </p:spPr>
      </p:pic>
      <p:pic>
        <p:nvPicPr>
          <p:cNvPr id="849" name="Google Shape;849;p71"/>
          <p:cNvPicPr preferRelativeResize="0"/>
          <p:nvPr/>
        </p:nvPicPr>
        <p:blipFill>
          <a:blip r:embed="rId7">
            <a:alphaModFix/>
          </a:blip>
          <a:stretch>
            <a:fillRect/>
          </a:stretch>
        </p:blipFill>
        <p:spPr>
          <a:xfrm>
            <a:off x="4399025" y="3290975"/>
            <a:ext cx="327501" cy="327501"/>
          </a:xfrm>
          <a:prstGeom prst="rect">
            <a:avLst/>
          </a:prstGeom>
          <a:noFill/>
          <a:ln>
            <a:noFill/>
          </a:ln>
        </p:spPr>
      </p:pic>
      <p:pic>
        <p:nvPicPr>
          <p:cNvPr id="850" name="Google Shape;850;p71"/>
          <p:cNvPicPr preferRelativeResize="0"/>
          <p:nvPr/>
        </p:nvPicPr>
        <p:blipFill>
          <a:blip r:embed="rId8">
            <a:alphaModFix/>
          </a:blip>
          <a:stretch>
            <a:fillRect/>
          </a:stretch>
        </p:blipFill>
        <p:spPr>
          <a:xfrm>
            <a:off x="4901976" y="3290976"/>
            <a:ext cx="327501" cy="327501"/>
          </a:xfrm>
          <a:prstGeom prst="rect">
            <a:avLst/>
          </a:prstGeom>
          <a:noFill/>
          <a:ln>
            <a:noFill/>
          </a:ln>
        </p:spPr>
      </p:pic>
      <p:pic>
        <p:nvPicPr>
          <p:cNvPr id="851" name="Google Shape;851;p71"/>
          <p:cNvPicPr preferRelativeResize="0"/>
          <p:nvPr/>
        </p:nvPicPr>
        <p:blipFill>
          <a:blip r:embed="rId9">
            <a:alphaModFix/>
          </a:blip>
          <a:stretch>
            <a:fillRect/>
          </a:stretch>
        </p:blipFill>
        <p:spPr>
          <a:xfrm>
            <a:off x="4079701" y="3966804"/>
            <a:ext cx="492300" cy="503959"/>
          </a:xfrm>
          <a:prstGeom prst="rect">
            <a:avLst/>
          </a:prstGeom>
          <a:noFill/>
          <a:ln>
            <a:noFill/>
          </a:ln>
        </p:spPr>
      </p:pic>
      <p:pic>
        <p:nvPicPr>
          <p:cNvPr id="852" name="Google Shape;852;p71"/>
          <p:cNvPicPr preferRelativeResize="0"/>
          <p:nvPr/>
        </p:nvPicPr>
        <p:blipFill>
          <a:blip r:embed="rId9">
            <a:alphaModFix/>
          </a:blip>
          <a:stretch>
            <a:fillRect/>
          </a:stretch>
        </p:blipFill>
        <p:spPr>
          <a:xfrm>
            <a:off x="3587401" y="3966804"/>
            <a:ext cx="492300" cy="503959"/>
          </a:xfrm>
          <a:prstGeom prst="rect">
            <a:avLst/>
          </a:prstGeom>
          <a:noFill/>
          <a:ln>
            <a:noFill/>
          </a:ln>
        </p:spPr>
      </p:pic>
      <p:pic>
        <p:nvPicPr>
          <p:cNvPr id="853" name="Google Shape;853;p71"/>
          <p:cNvPicPr preferRelativeResize="0"/>
          <p:nvPr/>
        </p:nvPicPr>
        <p:blipFill>
          <a:blip r:embed="rId9">
            <a:alphaModFix/>
          </a:blip>
          <a:stretch>
            <a:fillRect/>
          </a:stretch>
        </p:blipFill>
        <p:spPr>
          <a:xfrm>
            <a:off x="4572001" y="3966804"/>
            <a:ext cx="492300" cy="503959"/>
          </a:xfrm>
          <a:prstGeom prst="rect">
            <a:avLst/>
          </a:prstGeom>
          <a:noFill/>
          <a:ln>
            <a:noFill/>
          </a:ln>
        </p:spPr>
      </p:pic>
      <p:pic>
        <p:nvPicPr>
          <p:cNvPr id="854" name="Google Shape;854;p71"/>
          <p:cNvPicPr preferRelativeResize="0"/>
          <p:nvPr/>
        </p:nvPicPr>
        <p:blipFill>
          <a:blip r:embed="rId9">
            <a:alphaModFix/>
          </a:blip>
          <a:stretch>
            <a:fillRect/>
          </a:stretch>
        </p:blipFill>
        <p:spPr>
          <a:xfrm>
            <a:off x="5064301" y="3966804"/>
            <a:ext cx="492300" cy="503959"/>
          </a:xfrm>
          <a:prstGeom prst="rect">
            <a:avLst/>
          </a:prstGeom>
          <a:noFill/>
          <a:ln>
            <a:noFill/>
          </a:ln>
        </p:spPr>
      </p:pic>
      <p:pic>
        <p:nvPicPr>
          <p:cNvPr id="855" name="Google Shape;855;p71"/>
          <p:cNvPicPr preferRelativeResize="0"/>
          <p:nvPr/>
        </p:nvPicPr>
        <p:blipFill>
          <a:blip r:embed="rId5">
            <a:alphaModFix/>
          </a:blip>
          <a:stretch>
            <a:fillRect/>
          </a:stretch>
        </p:blipFill>
        <p:spPr>
          <a:xfrm>
            <a:off x="4169988" y="4647101"/>
            <a:ext cx="368514" cy="327500"/>
          </a:xfrm>
          <a:prstGeom prst="rect">
            <a:avLst/>
          </a:prstGeom>
          <a:noFill/>
          <a:ln>
            <a:noFill/>
          </a:ln>
        </p:spPr>
      </p:pic>
      <p:pic>
        <p:nvPicPr>
          <p:cNvPr id="856" name="Google Shape;856;p71"/>
          <p:cNvPicPr preferRelativeResize="0"/>
          <p:nvPr/>
        </p:nvPicPr>
        <p:blipFill>
          <a:blip r:embed="rId5">
            <a:alphaModFix/>
          </a:blip>
          <a:stretch>
            <a:fillRect/>
          </a:stretch>
        </p:blipFill>
        <p:spPr>
          <a:xfrm>
            <a:off x="4662288" y="4647101"/>
            <a:ext cx="368514" cy="327500"/>
          </a:xfrm>
          <a:prstGeom prst="rect">
            <a:avLst/>
          </a:prstGeom>
          <a:noFill/>
          <a:ln>
            <a:noFill/>
          </a:ln>
        </p:spPr>
      </p:pic>
      <p:pic>
        <p:nvPicPr>
          <p:cNvPr id="857" name="Google Shape;857;p71"/>
          <p:cNvPicPr preferRelativeResize="0"/>
          <p:nvPr/>
        </p:nvPicPr>
        <p:blipFill>
          <a:blip r:embed="rId5">
            <a:alphaModFix/>
          </a:blip>
          <a:stretch>
            <a:fillRect/>
          </a:stretch>
        </p:blipFill>
        <p:spPr>
          <a:xfrm>
            <a:off x="5154588" y="4647101"/>
            <a:ext cx="368514" cy="327500"/>
          </a:xfrm>
          <a:prstGeom prst="rect">
            <a:avLst/>
          </a:prstGeom>
          <a:noFill/>
          <a:ln>
            <a:noFill/>
          </a:ln>
        </p:spPr>
      </p:pic>
      <p:pic>
        <p:nvPicPr>
          <p:cNvPr id="858" name="Google Shape;858;p71"/>
          <p:cNvPicPr preferRelativeResize="0"/>
          <p:nvPr/>
        </p:nvPicPr>
        <p:blipFill>
          <a:blip r:embed="rId5">
            <a:alphaModFix/>
          </a:blip>
          <a:stretch>
            <a:fillRect/>
          </a:stretch>
        </p:blipFill>
        <p:spPr>
          <a:xfrm>
            <a:off x="3663700" y="2492201"/>
            <a:ext cx="368514" cy="327500"/>
          </a:xfrm>
          <a:prstGeom prst="rect">
            <a:avLst/>
          </a:prstGeom>
          <a:noFill/>
          <a:ln>
            <a:noFill/>
          </a:ln>
        </p:spPr>
      </p:pic>
      <p:pic>
        <p:nvPicPr>
          <p:cNvPr id="859" name="Google Shape;859;p71"/>
          <p:cNvPicPr preferRelativeResize="0"/>
          <p:nvPr/>
        </p:nvPicPr>
        <p:blipFill>
          <a:blip r:embed="rId5">
            <a:alphaModFix/>
          </a:blip>
          <a:stretch>
            <a:fillRect/>
          </a:stretch>
        </p:blipFill>
        <p:spPr>
          <a:xfrm>
            <a:off x="4127175" y="2492201"/>
            <a:ext cx="368514" cy="327500"/>
          </a:xfrm>
          <a:prstGeom prst="rect">
            <a:avLst/>
          </a:prstGeom>
          <a:noFill/>
          <a:ln>
            <a:noFill/>
          </a:ln>
        </p:spPr>
      </p:pic>
      <p:pic>
        <p:nvPicPr>
          <p:cNvPr id="860" name="Google Shape;860;p71"/>
          <p:cNvPicPr preferRelativeResize="0"/>
          <p:nvPr/>
        </p:nvPicPr>
        <p:blipFill>
          <a:blip r:embed="rId5">
            <a:alphaModFix/>
          </a:blip>
          <a:stretch>
            <a:fillRect/>
          </a:stretch>
        </p:blipFill>
        <p:spPr>
          <a:xfrm>
            <a:off x="4619475" y="2492201"/>
            <a:ext cx="368514" cy="327500"/>
          </a:xfrm>
          <a:prstGeom prst="rect">
            <a:avLst/>
          </a:prstGeom>
          <a:noFill/>
          <a:ln>
            <a:noFill/>
          </a:ln>
        </p:spPr>
      </p:pic>
      <p:pic>
        <p:nvPicPr>
          <p:cNvPr id="861" name="Google Shape;861;p71"/>
          <p:cNvPicPr preferRelativeResize="0"/>
          <p:nvPr/>
        </p:nvPicPr>
        <p:blipFill>
          <a:blip r:embed="rId5">
            <a:alphaModFix/>
          </a:blip>
          <a:stretch>
            <a:fillRect/>
          </a:stretch>
        </p:blipFill>
        <p:spPr>
          <a:xfrm>
            <a:off x="5111775" y="2492201"/>
            <a:ext cx="368514" cy="327500"/>
          </a:xfrm>
          <a:prstGeom prst="rect">
            <a:avLst/>
          </a:prstGeom>
          <a:noFill/>
          <a:ln>
            <a:noFill/>
          </a:ln>
        </p:spPr>
      </p:pic>
      <p:pic>
        <p:nvPicPr>
          <p:cNvPr id="862" name="Google Shape;862;p71"/>
          <p:cNvPicPr preferRelativeResize="0"/>
          <p:nvPr/>
        </p:nvPicPr>
        <p:blipFill>
          <a:blip r:embed="rId4">
            <a:alphaModFix/>
          </a:blip>
          <a:stretch>
            <a:fillRect/>
          </a:stretch>
        </p:blipFill>
        <p:spPr>
          <a:xfrm>
            <a:off x="3862137" y="1696300"/>
            <a:ext cx="492300" cy="492300"/>
          </a:xfrm>
          <a:prstGeom prst="rect">
            <a:avLst/>
          </a:prstGeom>
          <a:noFill/>
          <a:ln>
            <a:noFill/>
          </a:ln>
        </p:spPr>
      </p:pic>
      <p:pic>
        <p:nvPicPr>
          <p:cNvPr id="863" name="Google Shape;863;p71"/>
          <p:cNvPicPr preferRelativeResize="0"/>
          <p:nvPr/>
        </p:nvPicPr>
        <p:blipFill>
          <a:blip r:embed="rId4">
            <a:alphaModFix/>
          </a:blip>
          <a:stretch>
            <a:fillRect/>
          </a:stretch>
        </p:blipFill>
        <p:spPr>
          <a:xfrm>
            <a:off x="4832312" y="1696300"/>
            <a:ext cx="492300" cy="492300"/>
          </a:xfrm>
          <a:prstGeom prst="rect">
            <a:avLst/>
          </a:prstGeom>
          <a:noFill/>
          <a:ln>
            <a:noFill/>
          </a:ln>
        </p:spPr>
      </p:pic>
      <p:pic>
        <p:nvPicPr>
          <p:cNvPr id="864" name="Google Shape;864;p71"/>
          <p:cNvPicPr preferRelativeResize="0"/>
          <p:nvPr/>
        </p:nvPicPr>
        <p:blipFill>
          <a:blip r:embed="rId4">
            <a:alphaModFix/>
          </a:blip>
          <a:stretch>
            <a:fillRect/>
          </a:stretch>
        </p:blipFill>
        <p:spPr>
          <a:xfrm>
            <a:off x="5629362" y="1860700"/>
            <a:ext cx="492300" cy="492300"/>
          </a:xfrm>
          <a:prstGeom prst="rect">
            <a:avLst/>
          </a:prstGeom>
          <a:noFill/>
          <a:ln>
            <a:noFill/>
          </a:ln>
        </p:spPr>
      </p:pic>
      <p:cxnSp>
        <p:nvCxnSpPr>
          <p:cNvPr id="865" name="Google Shape;865;p71"/>
          <p:cNvCxnSpPr>
            <a:stCxn id="847" idx="0"/>
            <a:endCxn id="851" idx="2"/>
          </p:cNvCxnSpPr>
          <p:nvPr/>
        </p:nvCxnSpPr>
        <p:spPr>
          <a:xfrm flipH="1" rot="10800000">
            <a:off x="3890770" y="4470701"/>
            <a:ext cx="435000" cy="176400"/>
          </a:xfrm>
          <a:prstGeom prst="straightConnector1">
            <a:avLst/>
          </a:prstGeom>
          <a:noFill/>
          <a:ln cap="flat" cmpd="sng" w="9525">
            <a:solidFill>
              <a:schemeClr val="dk2"/>
            </a:solidFill>
            <a:prstDash val="solid"/>
            <a:round/>
            <a:headEnd len="med" w="med" type="none"/>
            <a:tailEnd len="med" w="med" type="none"/>
          </a:ln>
        </p:spPr>
      </p:cxnSp>
      <p:cxnSp>
        <p:nvCxnSpPr>
          <p:cNvPr id="866" name="Google Shape;866;p71"/>
          <p:cNvCxnSpPr>
            <a:stCxn id="855" idx="0"/>
            <a:endCxn id="852" idx="2"/>
          </p:cNvCxnSpPr>
          <p:nvPr/>
        </p:nvCxnSpPr>
        <p:spPr>
          <a:xfrm rot="10800000">
            <a:off x="38334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71"/>
          <p:cNvCxnSpPr>
            <a:stCxn id="856" idx="0"/>
            <a:endCxn id="854" idx="2"/>
          </p:cNvCxnSpPr>
          <p:nvPr/>
        </p:nvCxnSpPr>
        <p:spPr>
          <a:xfrm flipH="1" rot="10800000">
            <a:off x="4846545" y="4470701"/>
            <a:ext cx="463800" cy="1764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71"/>
          <p:cNvCxnSpPr>
            <a:stCxn id="856" idx="0"/>
            <a:endCxn id="852" idx="2"/>
          </p:cNvCxnSpPr>
          <p:nvPr/>
        </p:nvCxnSpPr>
        <p:spPr>
          <a:xfrm rot="10800000">
            <a:off x="3833445" y="4470701"/>
            <a:ext cx="1013100" cy="1764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71"/>
          <p:cNvCxnSpPr>
            <a:stCxn id="856" idx="0"/>
            <a:endCxn id="851" idx="2"/>
          </p:cNvCxnSpPr>
          <p:nvPr/>
        </p:nvCxnSpPr>
        <p:spPr>
          <a:xfrm rot="10800000">
            <a:off x="43257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71"/>
          <p:cNvCxnSpPr>
            <a:stCxn id="856" idx="0"/>
            <a:endCxn id="853" idx="2"/>
          </p:cNvCxnSpPr>
          <p:nvPr/>
        </p:nvCxnSpPr>
        <p:spPr>
          <a:xfrm rot="10800000">
            <a:off x="4818045" y="4470701"/>
            <a:ext cx="28500" cy="1764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71"/>
          <p:cNvCxnSpPr>
            <a:stCxn id="857" idx="0"/>
            <a:endCxn id="853" idx="2"/>
          </p:cNvCxnSpPr>
          <p:nvPr/>
        </p:nvCxnSpPr>
        <p:spPr>
          <a:xfrm rot="10800000">
            <a:off x="4818045" y="4470701"/>
            <a:ext cx="520800" cy="1764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71"/>
          <p:cNvCxnSpPr>
            <a:stCxn id="857" idx="0"/>
            <a:endCxn id="854" idx="2"/>
          </p:cNvCxnSpPr>
          <p:nvPr/>
        </p:nvCxnSpPr>
        <p:spPr>
          <a:xfrm rot="10800000">
            <a:off x="5310345" y="4470701"/>
            <a:ext cx="28500" cy="1764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71"/>
          <p:cNvCxnSpPr>
            <a:stCxn id="855" idx="0"/>
            <a:endCxn id="854" idx="2"/>
          </p:cNvCxnSpPr>
          <p:nvPr/>
        </p:nvCxnSpPr>
        <p:spPr>
          <a:xfrm flipH="1" rot="10800000">
            <a:off x="4354245" y="4470701"/>
            <a:ext cx="956100" cy="1764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71"/>
          <p:cNvCxnSpPr>
            <a:stCxn id="852" idx="0"/>
            <a:endCxn id="848" idx="2"/>
          </p:cNvCxnSpPr>
          <p:nvPr/>
        </p:nvCxnSpPr>
        <p:spPr>
          <a:xfrm flipH="1" rot="10800000">
            <a:off x="3833550" y="3617304"/>
            <a:ext cx="244800" cy="349500"/>
          </a:xfrm>
          <a:prstGeom prst="straightConnector1">
            <a:avLst/>
          </a:prstGeom>
          <a:noFill/>
          <a:ln cap="flat" cmpd="sng" w="9525">
            <a:solidFill>
              <a:schemeClr val="dk2"/>
            </a:solidFill>
            <a:prstDash val="solid"/>
            <a:round/>
            <a:headEnd len="med" w="med" type="none"/>
            <a:tailEnd len="med" w="med" type="none"/>
          </a:ln>
        </p:spPr>
      </p:cxnSp>
      <p:cxnSp>
        <p:nvCxnSpPr>
          <p:cNvPr id="875" name="Google Shape;875;p71"/>
          <p:cNvCxnSpPr>
            <a:stCxn id="851" idx="0"/>
            <a:endCxn id="848" idx="2"/>
          </p:cNvCxnSpPr>
          <p:nvPr/>
        </p:nvCxnSpPr>
        <p:spPr>
          <a:xfrm rot="10800000">
            <a:off x="4078350" y="3617304"/>
            <a:ext cx="247500" cy="349500"/>
          </a:xfrm>
          <a:prstGeom prst="straightConnector1">
            <a:avLst/>
          </a:prstGeom>
          <a:noFill/>
          <a:ln cap="flat" cmpd="sng" w="9525">
            <a:solidFill>
              <a:schemeClr val="dk2"/>
            </a:solidFill>
            <a:prstDash val="solid"/>
            <a:round/>
            <a:headEnd len="med" w="med" type="none"/>
            <a:tailEnd len="med" w="med" type="none"/>
          </a:ln>
        </p:spPr>
      </p:cxnSp>
      <p:cxnSp>
        <p:nvCxnSpPr>
          <p:cNvPr id="876" name="Google Shape;876;p71"/>
          <p:cNvCxnSpPr>
            <a:stCxn id="853" idx="0"/>
            <a:endCxn id="849" idx="2"/>
          </p:cNvCxnSpPr>
          <p:nvPr/>
        </p:nvCxnSpPr>
        <p:spPr>
          <a:xfrm rot="10800000">
            <a:off x="4562850" y="3618504"/>
            <a:ext cx="255300" cy="348300"/>
          </a:xfrm>
          <a:prstGeom prst="straightConnector1">
            <a:avLst/>
          </a:prstGeom>
          <a:noFill/>
          <a:ln cap="flat" cmpd="sng" w="9525">
            <a:solidFill>
              <a:schemeClr val="dk2"/>
            </a:solidFill>
            <a:prstDash val="solid"/>
            <a:round/>
            <a:headEnd len="med" w="med" type="none"/>
            <a:tailEnd len="med" w="med" type="none"/>
          </a:ln>
        </p:spPr>
      </p:cxnSp>
      <p:cxnSp>
        <p:nvCxnSpPr>
          <p:cNvPr id="877" name="Google Shape;877;p71"/>
          <p:cNvCxnSpPr>
            <a:stCxn id="854" idx="0"/>
            <a:endCxn id="850" idx="2"/>
          </p:cNvCxnSpPr>
          <p:nvPr/>
        </p:nvCxnSpPr>
        <p:spPr>
          <a:xfrm rot="10800000">
            <a:off x="5065650" y="3618504"/>
            <a:ext cx="244800" cy="348300"/>
          </a:xfrm>
          <a:prstGeom prst="straightConnector1">
            <a:avLst/>
          </a:prstGeom>
          <a:noFill/>
          <a:ln cap="flat" cmpd="sng" w="9525">
            <a:solidFill>
              <a:schemeClr val="dk2"/>
            </a:solidFill>
            <a:prstDash val="solid"/>
            <a:round/>
            <a:headEnd len="med" w="med" type="none"/>
            <a:tailEnd len="med" w="med" type="none"/>
          </a:ln>
        </p:spPr>
      </p:cxnSp>
      <p:cxnSp>
        <p:nvCxnSpPr>
          <p:cNvPr id="878" name="Google Shape;878;p71"/>
          <p:cNvCxnSpPr>
            <a:stCxn id="852" idx="0"/>
            <a:endCxn id="850" idx="2"/>
          </p:cNvCxnSpPr>
          <p:nvPr/>
        </p:nvCxnSpPr>
        <p:spPr>
          <a:xfrm flipH="1" rot="10800000">
            <a:off x="3833550" y="3618504"/>
            <a:ext cx="1232100" cy="348300"/>
          </a:xfrm>
          <a:prstGeom prst="straightConnector1">
            <a:avLst/>
          </a:prstGeom>
          <a:noFill/>
          <a:ln cap="flat" cmpd="sng" w="9525">
            <a:solidFill>
              <a:schemeClr val="dk2"/>
            </a:solidFill>
            <a:prstDash val="solid"/>
            <a:round/>
            <a:headEnd len="med" w="med" type="none"/>
            <a:tailEnd len="med" w="med" type="none"/>
          </a:ln>
        </p:spPr>
      </p:cxnSp>
      <p:cxnSp>
        <p:nvCxnSpPr>
          <p:cNvPr id="879" name="Google Shape;879;p71"/>
          <p:cNvCxnSpPr>
            <a:stCxn id="848" idx="0"/>
            <a:endCxn id="858" idx="2"/>
          </p:cNvCxnSpPr>
          <p:nvPr/>
        </p:nvCxnSpPr>
        <p:spPr>
          <a:xfrm rot="10800000">
            <a:off x="3847875" y="2819594"/>
            <a:ext cx="230400" cy="4725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71"/>
          <p:cNvCxnSpPr>
            <a:stCxn id="850" idx="0"/>
            <a:endCxn id="861" idx="2"/>
          </p:cNvCxnSpPr>
          <p:nvPr/>
        </p:nvCxnSpPr>
        <p:spPr>
          <a:xfrm flipH="1" rot="10800000">
            <a:off x="5065726" y="2819676"/>
            <a:ext cx="230400" cy="4713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71"/>
          <p:cNvCxnSpPr>
            <a:stCxn id="850" idx="0"/>
            <a:endCxn id="860" idx="2"/>
          </p:cNvCxnSpPr>
          <p:nvPr/>
        </p:nvCxnSpPr>
        <p:spPr>
          <a:xfrm rot="10800000">
            <a:off x="4803826" y="2819676"/>
            <a:ext cx="261900" cy="4713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71"/>
          <p:cNvCxnSpPr>
            <a:stCxn id="850" idx="0"/>
            <a:endCxn id="859" idx="2"/>
          </p:cNvCxnSpPr>
          <p:nvPr/>
        </p:nvCxnSpPr>
        <p:spPr>
          <a:xfrm rot="10800000">
            <a:off x="4311526" y="2819676"/>
            <a:ext cx="754200" cy="471300"/>
          </a:xfrm>
          <a:prstGeom prst="straightConnector1">
            <a:avLst/>
          </a:prstGeom>
          <a:noFill/>
          <a:ln cap="flat" cmpd="sng" w="9525">
            <a:solidFill>
              <a:schemeClr val="dk2"/>
            </a:solidFill>
            <a:prstDash val="solid"/>
            <a:round/>
            <a:headEnd len="med" w="med" type="none"/>
            <a:tailEnd len="med" w="med" type="none"/>
          </a:ln>
        </p:spPr>
      </p:cxnSp>
      <p:cxnSp>
        <p:nvCxnSpPr>
          <p:cNvPr id="883" name="Google Shape;883;p71"/>
          <p:cNvCxnSpPr>
            <a:stCxn id="849" idx="0"/>
            <a:endCxn id="860" idx="2"/>
          </p:cNvCxnSpPr>
          <p:nvPr/>
        </p:nvCxnSpPr>
        <p:spPr>
          <a:xfrm flipH="1" rot="10800000">
            <a:off x="4562775" y="2819675"/>
            <a:ext cx="240900" cy="471300"/>
          </a:xfrm>
          <a:prstGeom prst="straightConnector1">
            <a:avLst/>
          </a:prstGeom>
          <a:noFill/>
          <a:ln cap="flat" cmpd="sng" w="9525">
            <a:solidFill>
              <a:schemeClr val="dk2"/>
            </a:solidFill>
            <a:prstDash val="solid"/>
            <a:round/>
            <a:headEnd len="med" w="med" type="none"/>
            <a:tailEnd len="med" w="med" type="none"/>
          </a:ln>
        </p:spPr>
      </p:cxnSp>
      <p:cxnSp>
        <p:nvCxnSpPr>
          <p:cNvPr id="884" name="Google Shape;884;p71"/>
          <p:cNvCxnSpPr>
            <a:stCxn id="858" idx="0"/>
            <a:endCxn id="846" idx="2"/>
          </p:cNvCxnSpPr>
          <p:nvPr/>
        </p:nvCxnSpPr>
        <p:spPr>
          <a:xfrm rot="10800000">
            <a:off x="3245857" y="2294201"/>
            <a:ext cx="602100" cy="1980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71"/>
          <p:cNvCxnSpPr>
            <a:stCxn id="858" idx="0"/>
            <a:endCxn id="862" idx="2"/>
          </p:cNvCxnSpPr>
          <p:nvPr/>
        </p:nvCxnSpPr>
        <p:spPr>
          <a:xfrm flipH="1" rot="10800000">
            <a:off x="3847957" y="2188601"/>
            <a:ext cx="260400" cy="303600"/>
          </a:xfrm>
          <a:prstGeom prst="straightConnector1">
            <a:avLst/>
          </a:prstGeom>
          <a:noFill/>
          <a:ln cap="flat" cmpd="sng" w="9525">
            <a:solidFill>
              <a:schemeClr val="dk2"/>
            </a:solidFill>
            <a:prstDash val="solid"/>
            <a:round/>
            <a:headEnd len="med" w="med" type="none"/>
            <a:tailEnd len="med" w="med" type="none"/>
          </a:ln>
        </p:spPr>
      </p:cxnSp>
      <p:cxnSp>
        <p:nvCxnSpPr>
          <p:cNvPr id="886" name="Google Shape;886;p71"/>
          <p:cNvCxnSpPr>
            <a:stCxn id="859" idx="0"/>
            <a:endCxn id="846" idx="2"/>
          </p:cNvCxnSpPr>
          <p:nvPr/>
        </p:nvCxnSpPr>
        <p:spPr>
          <a:xfrm rot="10800000">
            <a:off x="3245832" y="2294201"/>
            <a:ext cx="1065600" cy="198000"/>
          </a:xfrm>
          <a:prstGeom prst="straightConnector1">
            <a:avLst/>
          </a:prstGeom>
          <a:noFill/>
          <a:ln cap="flat" cmpd="sng" w="9525">
            <a:solidFill>
              <a:schemeClr val="dk2"/>
            </a:solidFill>
            <a:prstDash val="solid"/>
            <a:round/>
            <a:headEnd len="med" w="med" type="none"/>
            <a:tailEnd len="med" w="med" type="none"/>
          </a:ln>
        </p:spPr>
      </p:cxnSp>
      <p:cxnSp>
        <p:nvCxnSpPr>
          <p:cNvPr id="887" name="Google Shape;887;p71"/>
          <p:cNvCxnSpPr>
            <a:stCxn id="859" idx="0"/>
            <a:endCxn id="863" idx="2"/>
          </p:cNvCxnSpPr>
          <p:nvPr/>
        </p:nvCxnSpPr>
        <p:spPr>
          <a:xfrm flipH="1" rot="10800000">
            <a:off x="4311432" y="2188601"/>
            <a:ext cx="767100" cy="303600"/>
          </a:xfrm>
          <a:prstGeom prst="straightConnector1">
            <a:avLst/>
          </a:prstGeom>
          <a:noFill/>
          <a:ln cap="flat" cmpd="sng" w="9525">
            <a:solidFill>
              <a:schemeClr val="dk2"/>
            </a:solidFill>
            <a:prstDash val="solid"/>
            <a:round/>
            <a:headEnd len="med" w="med" type="none"/>
            <a:tailEnd len="med" w="med" type="none"/>
          </a:ln>
        </p:spPr>
      </p:cxnSp>
      <p:cxnSp>
        <p:nvCxnSpPr>
          <p:cNvPr id="888" name="Google Shape;888;p71"/>
          <p:cNvCxnSpPr>
            <a:stCxn id="859" idx="0"/>
            <a:endCxn id="864" idx="2"/>
          </p:cNvCxnSpPr>
          <p:nvPr/>
        </p:nvCxnSpPr>
        <p:spPr>
          <a:xfrm flipH="1" rot="10800000">
            <a:off x="4311432" y="2353001"/>
            <a:ext cx="1564200" cy="139200"/>
          </a:xfrm>
          <a:prstGeom prst="straightConnector1">
            <a:avLst/>
          </a:prstGeom>
          <a:noFill/>
          <a:ln cap="flat" cmpd="sng" w="9525">
            <a:solidFill>
              <a:schemeClr val="dk2"/>
            </a:solidFill>
            <a:prstDash val="solid"/>
            <a:round/>
            <a:headEnd len="med" w="med" type="none"/>
            <a:tailEnd len="med" w="med" type="none"/>
          </a:ln>
        </p:spPr>
      </p:cxnSp>
      <p:cxnSp>
        <p:nvCxnSpPr>
          <p:cNvPr id="889" name="Google Shape;889;p71"/>
          <p:cNvCxnSpPr>
            <a:stCxn id="861" idx="0"/>
            <a:endCxn id="863" idx="2"/>
          </p:cNvCxnSpPr>
          <p:nvPr/>
        </p:nvCxnSpPr>
        <p:spPr>
          <a:xfrm rot="10800000">
            <a:off x="5078532" y="2188601"/>
            <a:ext cx="217500" cy="303600"/>
          </a:xfrm>
          <a:prstGeom prst="straightConnector1">
            <a:avLst/>
          </a:prstGeom>
          <a:noFill/>
          <a:ln cap="flat" cmpd="sng" w="9525">
            <a:solidFill>
              <a:schemeClr val="dk2"/>
            </a:solidFill>
            <a:prstDash val="solid"/>
            <a:round/>
            <a:headEnd len="med" w="med" type="none"/>
            <a:tailEnd len="med" w="med" type="none"/>
          </a:ln>
        </p:spPr>
      </p:cxnSp>
      <p:cxnSp>
        <p:nvCxnSpPr>
          <p:cNvPr id="890" name="Google Shape;890;p71"/>
          <p:cNvCxnSpPr>
            <a:stCxn id="860" idx="0"/>
            <a:endCxn id="862" idx="2"/>
          </p:cNvCxnSpPr>
          <p:nvPr/>
        </p:nvCxnSpPr>
        <p:spPr>
          <a:xfrm rot="10800000">
            <a:off x="4108332" y="2188601"/>
            <a:ext cx="695400" cy="303600"/>
          </a:xfrm>
          <a:prstGeom prst="straightConnector1">
            <a:avLst/>
          </a:prstGeom>
          <a:noFill/>
          <a:ln cap="flat" cmpd="sng" w="9525">
            <a:solidFill>
              <a:schemeClr val="dk2"/>
            </a:solidFill>
            <a:prstDash val="solid"/>
            <a:round/>
            <a:headEnd len="med" w="med" type="none"/>
            <a:tailEnd len="med" w="med" type="none"/>
          </a:ln>
        </p:spPr>
      </p:cxnSp>
      <p:pic>
        <p:nvPicPr>
          <p:cNvPr id="891" name="Google Shape;891;p71"/>
          <p:cNvPicPr preferRelativeResize="0"/>
          <p:nvPr/>
        </p:nvPicPr>
        <p:blipFill>
          <a:blip r:embed="rId10">
            <a:alphaModFix/>
          </a:blip>
          <a:stretch>
            <a:fillRect/>
          </a:stretch>
        </p:blipFill>
        <p:spPr>
          <a:xfrm flipH="1">
            <a:off x="3114925" y="972715"/>
            <a:ext cx="261900" cy="654750"/>
          </a:xfrm>
          <a:prstGeom prst="rect">
            <a:avLst/>
          </a:prstGeom>
          <a:noFill/>
          <a:ln>
            <a:noFill/>
          </a:ln>
        </p:spPr>
      </p:pic>
      <p:pic>
        <p:nvPicPr>
          <p:cNvPr id="892" name="Google Shape;892;p71"/>
          <p:cNvPicPr preferRelativeResize="0"/>
          <p:nvPr/>
        </p:nvPicPr>
        <p:blipFill>
          <a:blip r:embed="rId10">
            <a:alphaModFix/>
          </a:blip>
          <a:stretch>
            <a:fillRect/>
          </a:stretch>
        </p:blipFill>
        <p:spPr>
          <a:xfrm flipH="1">
            <a:off x="4946473" y="877140"/>
            <a:ext cx="261900" cy="654750"/>
          </a:xfrm>
          <a:prstGeom prst="rect">
            <a:avLst/>
          </a:prstGeom>
          <a:noFill/>
          <a:ln>
            <a:noFill/>
          </a:ln>
        </p:spPr>
      </p:pic>
      <p:pic>
        <p:nvPicPr>
          <p:cNvPr id="893" name="Google Shape;893;p71"/>
          <p:cNvPicPr preferRelativeResize="0"/>
          <p:nvPr/>
        </p:nvPicPr>
        <p:blipFill>
          <a:blip r:embed="rId11">
            <a:alphaModFix/>
          </a:blip>
          <a:stretch>
            <a:fillRect/>
          </a:stretch>
        </p:blipFill>
        <p:spPr>
          <a:xfrm>
            <a:off x="3944526" y="931478"/>
            <a:ext cx="327500" cy="659220"/>
          </a:xfrm>
          <a:prstGeom prst="rect">
            <a:avLst/>
          </a:prstGeom>
          <a:noFill/>
          <a:ln>
            <a:noFill/>
          </a:ln>
        </p:spPr>
      </p:pic>
      <p:pic>
        <p:nvPicPr>
          <p:cNvPr id="894" name="Google Shape;894;p71"/>
          <p:cNvPicPr preferRelativeResize="0"/>
          <p:nvPr/>
        </p:nvPicPr>
        <p:blipFill>
          <a:blip r:embed="rId11">
            <a:alphaModFix/>
          </a:blip>
          <a:stretch>
            <a:fillRect/>
          </a:stretch>
        </p:blipFill>
        <p:spPr>
          <a:xfrm>
            <a:off x="5711751" y="970490"/>
            <a:ext cx="327500" cy="659220"/>
          </a:xfrm>
          <a:prstGeom prst="rect">
            <a:avLst/>
          </a:prstGeom>
          <a:noFill/>
          <a:ln>
            <a:noFill/>
          </a:ln>
        </p:spPr>
      </p:pic>
      <p:cxnSp>
        <p:nvCxnSpPr>
          <p:cNvPr id="895" name="Google Shape;895;p71"/>
          <p:cNvCxnSpPr>
            <a:stCxn id="891" idx="2"/>
            <a:endCxn id="846" idx="0"/>
          </p:cNvCxnSpPr>
          <p:nvPr/>
        </p:nvCxnSpPr>
        <p:spPr>
          <a:xfrm>
            <a:off x="3245875" y="1627466"/>
            <a:ext cx="0" cy="174600"/>
          </a:xfrm>
          <a:prstGeom prst="straightConnector1">
            <a:avLst/>
          </a:prstGeom>
          <a:noFill/>
          <a:ln cap="flat" cmpd="sng" w="9525">
            <a:solidFill>
              <a:schemeClr val="dk2"/>
            </a:solidFill>
            <a:prstDash val="solid"/>
            <a:round/>
            <a:headEnd len="med" w="med" type="none"/>
            <a:tailEnd len="med" w="med" type="none"/>
          </a:ln>
        </p:spPr>
      </p:cxnSp>
      <p:cxnSp>
        <p:nvCxnSpPr>
          <p:cNvPr id="896" name="Google Shape;896;p71"/>
          <p:cNvCxnSpPr>
            <a:stCxn id="893" idx="2"/>
            <a:endCxn id="862" idx="0"/>
          </p:cNvCxnSpPr>
          <p:nvPr/>
        </p:nvCxnSpPr>
        <p:spPr>
          <a:xfrm>
            <a:off x="4108276" y="1590698"/>
            <a:ext cx="0" cy="105600"/>
          </a:xfrm>
          <a:prstGeom prst="straightConnector1">
            <a:avLst/>
          </a:prstGeom>
          <a:noFill/>
          <a:ln cap="flat" cmpd="sng" w="9525">
            <a:solidFill>
              <a:schemeClr val="dk2"/>
            </a:solidFill>
            <a:prstDash val="solid"/>
            <a:round/>
            <a:headEnd len="med" w="med" type="none"/>
            <a:tailEnd len="med" w="med" type="none"/>
          </a:ln>
        </p:spPr>
      </p:cxnSp>
      <p:cxnSp>
        <p:nvCxnSpPr>
          <p:cNvPr id="897" name="Google Shape;897;p71"/>
          <p:cNvCxnSpPr>
            <a:stCxn id="892" idx="2"/>
            <a:endCxn id="863" idx="0"/>
          </p:cNvCxnSpPr>
          <p:nvPr/>
        </p:nvCxnSpPr>
        <p:spPr>
          <a:xfrm>
            <a:off x="5077423" y="1531891"/>
            <a:ext cx="900" cy="164400"/>
          </a:xfrm>
          <a:prstGeom prst="straightConnector1">
            <a:avLst/>
          </a:prstGeom>
          <a:noFill/>
          <a:ln cap="flat" cmpd="sng" w="9525">
            <a:solidFill>
              <a:schemeClr val="dk2"/>
            </a:solidFill>
            <a:prstDash val="solid"/>
            <a:round/>
            <a:headEnd len="med" w="med" type="none"/>
            <a:tailEnd len="med" w="med" type="none"/>
          </a:ln>
        </p:spPr>
      </p:cxnSp>
      <p:cxnSp>
        <p:nvCxnSpPr>
          <p:cNvPr id="898" name="Google Shape;898;p71"/>
          <p:cNvCxnSpPr>
            <a:stCxn id="894" idx="2"/>
            <a:endCxn id="864" idx="0"/>
          </p:cNvCxnSpPr>
          <p:nvPr/>
        </p:nvCxnSpPr>
        <p:spPr>
          <a:xfrm>
            <a:off x="5875501" y="1629711"/>
            <a:ext cx="0" cy="231000"/>
          </a:xfrm>
          <a:prstGeom prst="straightConnector1">
            <a:avLst/>
          </a:prstGeom>
          <a:noFill/>
          <a:ln cap="flat" cmpd="sng" w="9525">
            <a:solidFill>
              <a:schemeClr val="dk2"/>
            </a:solidFill>
            <a:prstDash val="solid"/>
            <a:round/>
            <a:headEnd len="med" w="med" type="none"/>
            <a:tailEnd len="med" w="med" type="none"/>
          </a:ln>
        </p:spPr>
      </p:cxnSp>
      <p:sp>
        <p:nvSpPr>
          <p:cNvPr id="899" name="Google Shape;899;p71"/>
          <p:cNvSpPr/>
          <p:nvPr/>
        </p:nvSpPr>
        <p:spPr>
          <a:xfrm>
            <a:off x="2342425" y="877150"/>
            <a:ext cx="4406400" cy="1148400"/>
          </a:xfrm>
          <a:prstGeom prst="roundRect">
            <a:avLst>
              <a:gd fmla="val 16667" name="adj"/>
            </a:avLst>
          </a:prstGeom>
          <a:noFill/>
          <a:ln cap="flat" cmpd="sng" w="28575">
            <a:solidFill>
              <a:schemeClr val="lt2"/>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71"/>
          <p:cNvSpPr txBox="1"/>
          <p:nvPr/>
        </p:nvSpPr>
        <p:spPr>
          <a:xfrm>
            <a:off x="5861116" y="1443400"/>
            <a:ext cx="2154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chemeClr val="lt2"/>
                </a:solidFill>
                <a:latin typeface="Lato"/>
                <a:ea typeface="Lato"/>
                <a:cs typeface="Lato"/>
                <a:sym typeface="Lato"/>
              </a:rPr>
              <a:t>Sur Site ou en Distanciel</a:t>
            </a:r>
            <a:endParaRPr b="1">
              <a:solidFill>
                <a:schemeClr val="lt2"/>
              </a:solidFill>
              <a:latin typeface="Lato"/>
              <a:ea typeface="Lato"/>
              <a:cs typeface="Lato"/>
              <a:sym typeface="Lato"/>
            </a:endParaRPr>
          </a:p>
        </p:txBody>
      </p:sp>
      <p:sp>
        <p:nvSpPr>
          <p:cNvPr id="901" name="Google Shape;901;p71"/>
          <p:cNvSpPr/>
          <p:nvPr/>
        </p:nvSpPr>
        <p:spPr>
          <a:xfrm>
            <a:off x="2302175" y="2121700"/>
            <a:ext cx="4406400" cy="2931300"/>
          </a:xfrm>
          <a:prstGeom prst="roundRect">
            <a:avLst>
              <a:gd fmla="val 16667" name="adj"/>
            </a:avLst>
          </a:prstGeom>
          <a:noFill/>
          <a:ln cap="flat" cmpd="sng" w="28575">
            <a:solidFill>
              <a:schemeClr val="accent6"/>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1"/>
          <p:cNvSpPr txBox="1"/>
          <p:nvPr/>
        </p:nvSpPr>
        <p:spPr>
          <a:xfrm>
            <a:off x="5404923" y="2354949"/>
            <a:ext cx="138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chemeClr val="accent6"/>
                </a:solidFill>
                <a:latin typeface="Lato"/>
                <a:ea typeface="Lato"/>
                <a:cs typeface="Lato"/>
                <a:sym typeface="Lato"/>
              </a:rPr>
              <a:t>Dans le Cloud</a:t>
            </a:r>
            <a:endParaRPr b="1">
              <a:solidFill>
                <a:schemeClr val="accent6"/>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7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Urbanisation des SI</a:t>
            </a:r>
            <a:endParaRPr/>
          </a:p>
        </p:txBody>
      </p:sp>
      <p:sp>
        <p:nvSpPr>
          <p:cNvPr id="908" name="Google Shape;908;p7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L’urbanisation du Système d’Information d’une entité ou d’une organistion est une discipline consistant à faire évoluer le SI afin qu’il soutienne et accompagne efficacement les missions de cette dernière et anticipe ses transformations.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73"/>
          <p:cNvSpPr txBox="1"/>
          <p:nvPr>
            <p:ph type="title"/>
          </p:nvPr>
        </p:nvSpPr>
        <p:spPr>
          <a:xfrm>
            <a:off x="560325" y="509825"/>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Définition et concepts clés</a:t>
            </a:r>
            <a:endParaRPr/>
          </a:p>
          <a:p>
            <a:pPr indent="0" lvl="0" marL="0" rtl="0" algn="l">
              <a:spcBef>
                <a:spcPts val="0"/>
              </a:spcBef>
              <a:spcAft>
                <a:spcPts val="0"/>
              </a:spcAft>
              <a:buNone/>
            </a:pPr>
            <a:r>
              <a:t/>
            </a:r>
            <a:endParaRPr/>
          </a:p>
        </p:txBody>
      </p:sp>
      <p:sp>
        <p:nvSpPr>
          <p:cNvPr id="914" name="Google Shape;914;p73"/>
          <p:cNvSpPr/>
          <p:nvPr/>
        </p:nvSpPr>
        <p:spPr>
          <a:xfrm>
            <a:off x="560335" y="2137179"/>
            <a:ext cx="2613600" cy="6318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Gestion du recrutement et de l’embauche</a:t>
            </a:r>
            <a:endParaRPr/>
          </a:p>
        </p:txBody>
      </p:sp>
      <p:sp>
        <p:nvSpPr>
          <p:cNvPr id="915" name="Google Shape;915;p73"/>
          <p:cNvSpPr/>
          <p:nvPr/>
        </p:nvSpPr>
        <p:spPr>
          <a:xfrm>
            <a:off x="2980550" y="1828479"/>
            <a:ext cx="4369200" cy="416400"/>
          </a:xfrm>
          <a:prstGeom prst="chevron">
            <a:avLst>
              <a:gd fmla="val 50000"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Gestion des performances et des évaluations</a:t>
            </a:r>
            <a:endParaRPr/>
          </a:p>
        </p:txBody>
      </p:sp>
      <p:sp>
        <p:nvSpPr>
          <p:cNvPr id="916" name="Google Shape;916;p73"/>
          <p:cNvSpPr/>
          <p:nvPr/>
        </p:nvSpPr>
        <p:spPr>
          <a:xfrm>
            <a:off x="2980472" y="2244879"/>
            <a:ext cx="4369200" cy="416400"/>
          </a:xfrm>
          <a:prstGeom prst="chevron">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Gestion des compétences et des formations </a:t>
            </a:r>
            <a:endParaRPr/>
          </a:p>
        </p:txBody>
      </p:sp>
      <p:sp>
        <p:nvSpPr>
          <p:cNvPr id="917" name="Google Shape;917;p73"/>
          <p:cNvSpPr/>
          <p:nvPr/>
        </p:nvSpPr>
        <p:spPr>
          <a:xfrm>
            <a:off x="2980550" y="2661275"/>
            <a:ext cx="5024700" cy="416400"/>
          </a:xfrm>
          <a:prstGeom prst="chevron">
            <a:avLst>
              <a:gd fmla="val 50000"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dk1"/>
                </a:solidFill>
              </a:rPr>
              <a:t>Gestion des avantages sociaux et de la rémunération</a:t>
            </a:r>
            <a:endParaRPr sz="1200">
              <a:solidFill>
                <a:schemeClr val="dk1"/>
              </a:solidFill>
            </a:endParaRPr>
          </a:p>
        </p:txBody>
      </p:sp>
      <p:cxnSp>
        <p:nvCxnSpPr>
          <p:cNvPr id="918" name="Google Shape;918;p73"/>
          <p:cNvCxnSpPr/>
          <p:nvPr/>
        </p:nvCxnSpPr>
        <p:spPr>
          <a:xfrm>
            <a:off x="7342288" y="1382504"/>
            <a:ext cx="7500" cy="1575900"/>
          </a:xfrm>
          <a:prstGeom prst="straightConnector1">
            <a:avLst/>
          </a:prstGeom>
          <a:noFill/>
          <a:ln cap="flat" cmpd="sng" w="28575">
            <a:solidFill>
              <a:srgbClr val="FF0000"/>
            </a:solidFill>
            <a:prstDash val="dashDot"/>
            <a:round/>
            <a:headEnd len="med" w="med" type="none"/>
            <a:tailEnd len="med" w="med" type="none"/>
          </a:ln>
        </p:spPr>
      </p:cxnSp>
      <p:sp>
        <p:nvSpPr>
          <p:cNvPr id="919" name="Google Shape;919;p73"/>
          <p:cNvSpPr txBox="1"/>
          <p:nvPr/>
        </p:nvSpPr>
        <p:spPr>
          <a:xfrm>
            <a:off x="6472738" y="1011879"/>
            <a:ext cx="174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rgbClr val="FF0000"/>
                </a:solidFill>
                <a:latin typeface="Lato"/>
                <a:ea typeface="Lato"/>
                <a:cs typeface="Lato"/>
                <a:sym typeface="Lato"/>
              </a:rPr>
              <a:t>Départ de l’employé</a:t>
            </a:r>
            <a:endParaRPr>
              <a:solidFill>
                <a:srgbClr val="FF0000"/>
              </a:solidFill>
              <a:latin typeface="Lato"/>
              <a:ea typeface="Lato"/>
              <a:cs typeface="Lato"/>
              <a:sym typeface="Lato"/>
            </a:endParaRPr>
          </a:p>
        </p:txBody>
      </p:sp>
      <p:sp>
        <p:nvSpPr>
          <p:cNvPr id="920" name="Google Shape;920;p73"/>
          <p:cNvSpPr/>
          <p:nvPr/>
        </p:nvSpPr>
        <p:spPr>
          <a:xfrm>
            <a:off x="560325" y="3598300"/>
            <a:ext cx="7972500" cy="631800"/>
          </a:xfrm>
          <a:prstGeom prst="homePlate">
            <a:avLst>
              <a:gd fmla="val 50000"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Gestion des données et de l’analytique RH</a:t>
            </a:r>
            <a:endParaRPr/>
          </a:p>
        </p:txBody>
      </p:sp>
      <p:cxnSp>
        <p:nvCxnSpPr>
          <p:cNvPr id="921" name="Google Shape;921;p73"/>
          <p:cNvCxnSpPr/>
          <p:nvPr/>
        </p:nvCxnSpPr>
        <p:spPr>
          <a:xfrm flipH="1">
            <a:off x="2987925" y="1517200"/>
            <a:ext cx="4800" cy="968400"/>
          </a:xfrm>
          <a:prstGeom prst="straightConnector1">
            <a:avLst/>
          </a:prstGeom>
          <a:noFill/>
          <a:ln cap="flat" cmpd="sng" w="28575">
            <a:solidFill>
              <a:srgbClr val="FF0000"/>
            </a:solidFill>
            <a:prstDash val="dashDot"/>
            <a:round/>
            <a:headEnd len="med" w="med" type="none"/>
            <a:tailEnd len="med" w="med" type="none"/>
          </a:ln>
        </p:spPr>
      </p:cxnSp>
      <p:sp>
        <p:nvSpPr>
          <p:cNvPr id="922" name="Google Shape;922;p73"/>
          <p:cNvSpPr txBox="1"/>
          <p:nvPr/>
        </p:nvSpPr>
        <p:spPr>
          <a:xfrm>
            <a:off x="2073076" y="1064225"/>
            <a:ext cx="183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rgbClr val="FF0000"/>
                </a:solidFill>
                <a:latin typeface="Lato"/>
                <a:ea typeface="Lato"/>
                <a:cs typeface="Lato"/>
                <a:sym typeface="Lato"/>
              </a:rPr>
              <a:t>Arrivée de l’employé</a:t>
            </a:r>
            <a:endParaRPr>
              <a:solidFill>
                <a:srgbClr val="FF0000"/>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7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Définition et concepts clés</a:t>
            </a:r>
            <a:endParaRPr/>
          </a:p>
        </p:txBody>
      </p:sp>
      <p:sp>
        <p:nvSpPr>
          <p:cNvPr id="928" name="Google Shape;928;p74"/>
          <p:cNvSpPr/>
          <p:nvPr/>
        </p:nvSpPr>
        <p:spPr>
          <a:xfrm>
            <a:off x="901350" y="1735800"/>
            <a:ext cx="7631400" cy="14529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fr"/>
              <a:t>Gestion du recrutement et de l’embauche</a:t>
            </a:r>
            <a:endParaRPr/>
          </a:p>
        </p:txBody>
      </p:sp>
      <p:sp>
        <p:nvSpPr>
          <p:cNvPr id="929" name="Google Shape;929;p74"/>
          <p:cNvSpPr/>
          <p:nvPr/>
        </p:nvSpPr>
        <p:spPr>
          <a:xfrm>
            <a:off x="966250" y="2519725"/>
            <a:ext cx="1836000" cy="602100"/>
          </a:xfrm>
          <a:prstGeom prst="homePlat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Publication d’offres d’emploi</a:t>
            </a:r>
            <a:endParaRPr/>
          </a:p>
        </p:txBody>
      </p:sp>
      <p:sp>
        <p:nvSpPr>
          <p:cNvPr id="930" name="Google Shape;930;p74"/>
          <p:cNvSpPr/>
          <p:nvPr/>
        </p:nvSpPr>
        <p:spPr>
          <a:xfrm>
            <a:off x="2579175" y="2519725"/>
            <a:ext cx="2129400" cy="602100"/>
          </a:xfrm>
          <a:prstGeom prst="chevron">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Suivi des candidatures</a:t>
            </a:r>
            <a:endParaRPr/>
          </a:p>
        </p:txBody>
      </p:sp>
      <p:sp>
        <p:nvSpPr>
          <p:cNvPr id="931" name="Google Shape;931;p74"/>
          <p:cNvSpPr/>
          <p:nvPr/>
        </p:nvSpPr>
        <p:spPr>
          <a:xfrm>
            <a:off x="4478373" y="2519725"/>
            <a:ext cx="1906500" cy="602100"/>
          </a:xfrm>
          <a:prstGeom prst="chevron">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Tests en ligne</a:t>
            </a:r>
            <a:endParaRPr/>
          </a:p>
        </p:txBody>
      </p:sp>
      <p:sp>
        <p:nvSpPr>
          <p:cNvPr id="932" name="Google Shape;932;p74"/>
          <p:cNvSpPr/>
          <p:nvPr/>
        </p:nvSpPr>
        <p:spPr>
          <a:xfrm>
            <a:off x="6161905" y="2519725"/>
            <a:ext cx="1906500" cy="602100"/>
          </a:xfrm>
          <a:prstGeom prst="chevron">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Entretiens vidéo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7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Gestion du recrutement et de l’embauche</a:t>
            </a:r>
            <a:endParaRPr/>
          </a:p>
        </p:txBody>
      </p:sp>
      <p:sp>
        <p:nvSpPr>
          <p:cNvPr id="938" name="Google Shape;938;p75"/>
          <p:cNvSpPr/>
          <p:nvPr/>
        </p:nvSpPr>
        <p:spPr>
          <a:xfrm>
            <a:off x="516100" y="1094200"/>
            <a:ext cx="8136900" cy="602100"/>
          </a:xfrm>
          <a:prstGeom prst="homePlat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Publication d’offres d’emploi</a:t>
            </a:r>
            <a:endParaRPr/>
          </a:p>
        </p:txBody>
      </p:sp>
      <p:pic>
        <p:nvPicPr>
          <p:cNvPr id="939" name="Google Shape;939;p75"/>
          <p:cNvPicPr preferRelativeResize="0"/>
          <p:nvPr/>
        </p:nvPicPr>
        <p:blipFill>
          <a:blip r:embed="rId3">
            <a:alphaModFix/>
          </a:blip>
          <a:stretch>
            <a:fillRect/>
          </a:stretch>
        </p:blipFill>
        <p:spPr>
          <a:xfrm>
            <a:off x="6827675" y="1850698"/>
            <a:ext cx="1009650" cy="1009675"/>
          </a:xfrm>
          <a:prstGeom prst="rect">
            <a:avLst/>
          </a:prstGeom>
          <a:noFill/>
          <a:ln>
            <a:noFill/>
          </a:ln>
        </p:spPr>
      </p:pic>
      <p:pic>
        <p:nvPicPr>
          <p:cNvPr id="940" name="Google Shape;940;p75"/>
          <p:cNvPicPr preferRelativeResize="0"/>
          <p:nvPr/>
        </p:nvPicPr>
        <p:blipFill>
          <a:blip r:embed="rId4">
            <a:alphaModFix/>
          </a:blip>
          <a:stretch>
            <a:fillRect/>
          </a:stretch>
        </p:blipFill>
        <p:spPr>
          <a:xfrm>
            <a:off x="6411962" y="3953850"/>
            <a:ext cx="1924450" cy="1093900"/>
          </a:xfrm>
          <a:prstGeom prst="rect">
            <a:avLst/>
          </a:prstGeom>
          <a:noFill/>
          <a:ln>
            <a:noFill/>
          </a:ln>
        </p:spPr>
      </p:pic>
      <p:pic>
        <p:nvPicPr>
          <p:cNvPr id="941" name="Google Shape;941;p75"/>
          <p:cNvPicPr preferRelativeResize="0"/>
          <p:nvPr/>
        </p:nvPicPr>
        <p:blipFill>
          <a:blip r:embed="rId5">
            <a:alphaModFix/>
          </a:blip>
          <a:stretch>
            <a:fillRect/>
          </a:stretch>
        </p:blipFill>
        <p:spPr>
          <a:xfrm>
            <a:off x="6588563" y="2644625"/>
            <a:ext cx="1571227" cy="1571227"/>
          </a:xfrm>
          <a:prstGeom prst="rect">
            <a:avLst/>
          </a:prstGeom>
          <a:noFill/>
          <a:ln>
            <a:noFill/>
          </a:ln>
        </p:spPr>
      </p:pic>
      <p:sp>
        <p:nvSpPr>
          <p:cNvPr id="942" name="Google Shape;942;p75"/>
          <p:cNvSpPr/>
          <p:nvPr/>
        </p:nvSpPr>
        <p:spPr>
          <a:xfrm>
            <a:off x="516100" y="2567438"/>
            <a:ext cx="857400" cy="172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RH</a:t>
            </a:r>
            <a:endParaRPr/>
          </a:p>
        </p:txBody>
      </p:sp>
      <p:cxnSp>
        <p:nvCxnSpPr>
          <p:cNvPr id="943" name="Google Shape;943;p75"/>
          <p:cNvCxnSpPr>
            <a:stCxn id="942" idx="3"/>
            <a:endCxn id="939" idx="1"/>
          </p:cNvCxnSpPr>
          <p:nvPr/>
        </p:nvCxnSpPr>
        <p:spPr>
          <a:xfrm flipH="1" rot="10800000">
            <a:off x="1373500" y="2355638"/>
            <a:ext cx="5454300" cy="1074600"/>
          </a:xfrm>
          <a:prstGeom prst="straightConnector1">
            <a:avLst/>
          </a:prstGeom>
          <a:noFill/>
          <a:ln cap="flat" cmpd="sng" w="9525">
            <a:solidFill>
              <a:schemeClr val="dk2"/>
            </a:solidFill>
            <a:prstDash val="solid"/>
            <a:round/>
            <a:headEnd len="med" w="med" type="none"/>
            <a:tailEnd len="med" w="med" type="triangle"/>
          </a:ln>
        </p:spPr>
      </p:cxnSp>
      <p:cxnSp>
        <p:nvCxnSpPr>
          <p:cNvPr id="944" name="Google Shape;944;p75"/>
          <p:cNvCxnSpPr>
            <a:stCxn id="942" idx="3"/>
            <a:endCxn id="941" idx="1"/>
          </p:cNvCxnSpPr>
          <p:nvPr/>
        </p:nvCxnSpPr>
        <p:spPr>
          <a:xfrm>
            <a:off x="1373500" y="3430238"/>
            <a:ext cx="5215200" cy="0"/>
          </a:xfrm>
          <a:prstGeom prst="straightConnector1">
            <a:avLst/>
          </a:prstGeom>
          <a:noFill/>
          <a:ln cap="flat" cmpd="sng" w="9525">
            <a:solidFill>
              <a:schemeClr val="dk2"/>
            </a:solidFill>
            <a:prstDash val="solid"/>
            <a:round/>
            <a:headEnd len="med" w="med" type="none"/>
            <a:tailEnd len="med" w="med" type="triangle"/>
          </a:ln>
        </p:spPr>
      </p:cxnSp>
      <p:cxnSp>
        <p:nvCxnSpPr>
          <p:cNvPr id="945" name="Google Shape;945;p75"/>
          <p:cNvCxnSpPr>
            <a:endCxn id="940" idx="1"/>
          </p:cNvCxnSpPr>
          <p:nvPr/>
        </p:nvCxnSpPr>
        <p:spPr>
          <a:xfrm>
            <a:off x="1373463" y="3430100"/>
            <a:ext cx="5038500" cy="1070700"/>
          </a:xfrm>
          <a:prstGeom prst="straightConnector1">
            <a:avLst/>
          </a:prstGeom>
          <a:noFill/>
          <a:ln cap="flat" cmpd="sng" w="9525">
            <a:solidFill>
              <a:schemeClr val="dk2"/>
            </a:solidFill>
            <a:prstDash val="solid"/>
            <a:round/>
            <a:headEnd len="med" w="med" type="none"/>
            <a:tailEnd len="med" w="med" type="triangle"/>
          </a:ln>
        </p:spPr>
      </p:cxnSp>
      <p:sp>
        <p:nvSpPr>
          <p:cNvPr id="946" name="Google Shape;946;p75"/>
          <p:cNvSpPr txBox="1"/>
          <p:nvPr/>
        </p:nvSpPr>
        <p:spPr>
          <a:xfrm rot="-699299">
            <a:off x="3234550" y="2545910"/>
            <a:ext cx="1924581" cy="400085"/>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latin typeface="Lato"/>
                <a:ea typeface="Lato"/>
                <a:cs typeface="Lato"/>
                <a:sym typeface="Lato"/>
              </a:rPr>
              <a:t>Publication</a:t>
            </a:r>
            <a:endParaRPr>
              <a:solidFill>
                <a:schemeClr val="lt1"/>
              </a:solidFill>
              <a:latin typeface="Lato"/>
              <a:ea typeface="Lato"/>
              <a:cs typeface="Lato"/>
              <a:sym typeface="Lato"/>
            </a:endParaRPr>
          </a:p>
        </p:txBody>
      </p:sp>
      <p:sp>
        <p:nvSpPr>
          <p:cNvPr id="947" name="Google Shape;947;p75"/>
          <p:cNvSpPr txBox="1"/>
          <p:nvPr/>
        </p:nvSpPr>
        <p:spPr>
          <a:xfrm rot="1608">
            <a:off x="3553675" y="3140154"/>
            <a:ext cx="1924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latin typeface="Lato"/>
                <a:ea typeface="Lato"/>
                <a:cs typeface="Lato"/>
                <a:sym typeface="Lato"/>
              </a:rPr>
              <a:t>Veille / Mise à jour</a:t>
            </a:r>
            <a:endParaRPr>
              <a:solidFill>
                <a:schemeClr val="lt1"/>
              </a:solidFill>
              <a:latin typeface="Lato"/>
              <a:ea typeface="Lato"/>
              <a:cs typeface="Lato"/>
              <a:sym typeface="Lato"/>
            </a:endParaRPr>
          </a:p>
        </p:txBody>
      </p:sp>
      <p:sp>
        <p:nvSpPr>
          <p:cNvPr id="948" name="Google Shape;948;p75"/>
          <p:cNvSpPr txBox="1"/>
          <p:nvPr/>
        </p:nvSpPr>
        <p:spPr>
          <a:xfrm rot="750275">
            <a:off x="3455538" y="3764564"/>
            <a:ext cx="1924553" cy="400042"/>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latin typeface="Lato"/>
                <a:ea typeface="Lato"/>
                <a:cs typeface="Lato"/>
                <a:sym typeface="Lato"/>
              </a:rPr>
              <a:t>Publication</a:t>
            </a:r>
            <a:endParaRPr>
              <a:solidFill>
                <a:schemeClr val="lt1"/>
              </a:solidFill>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7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Gestion du recrutement et de l’embauche</a:t>
            </a:r>
            <a:endParaRPr/>
          </a:p>
        </p:txBody>
      </p:sp>
      <p:sp>
        <p:nvSpPr>
          <p:cNvPr id="954" name="Google Shape;954;p76"/>
          <p:cNvSpPr/>
          <p:nvPr/>
        </p:nvSpPr>
        <p:spPr>
          <a:xfrm>
            <a:off x="516100" y="1094200"/>
            <a:ext cx="8136900" cy="602100"/>
          </a:xfrm>
          <a:prstGeom prst="homePlat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Publication d’offres d’emploi</a:t>
            </a:r>
            <a:endParaRPr/>
          </a:p>
        </p:txBody>
      </p:sp>
      <p:pic>
        <p:nvPicPr>
          <p:cNvPr id="955" name="Google Shape;955;p76"/>
          <p:cNvPicPr preferRelativeResize="0"/>
          <p:nvPr/>
        </p:nvPicPr>
        <p:blipFill>
          <a:blip r:embed="rId3">
            <a:alphaModFix/>
          </a:blip>
          <a:stretch>
            <a:fillRect/>
          </a:stretch>
        </p:blipFill>
        <p:spPr>
          <a:xfrm>
            <a:off x="6827675" y="1850698"/>
            <a:ext cx="1009650" cy="1009675"/>
          </a:xfrm>
          <a:prstGeom prst="rect">
            <a:avLst/>
          </a:prstGeom>
          <a:noFill/>
          <a:ln>
            <a:noFill/>
          </a:ln>
        </p:spPr>
      </p:pic>
      <p:pic>
        <p:nvPicPr>
          <p:cNvPr id="956" name="Google Shape;956;p76"/>
          <p:cNvPicPr preferRelativeResize="0"/>
          <p:nvPr/>
        </p:nvPicPr>
        <p:blipFill>
          <a:blip r:embed="rId4">
            <a:alphaModFix/>
          </a:blip>
          <a:stretch>
            <a:fillRect/>
          </a:stretch>
        </p:blipFill>
        <p:spPr>
          <a:xfrm>
            <a:off x="6411962" y="3953850"/>
            <a:ext cx="1924450" cy="1093900"/>
          </a:xfrm>
          <a:prstGeom prst="rect">
            <a:avLst/>
          </a:prstGeom>
          <a:noFill/>
          <a:ln>
            <a:noFill/>
          </a:ln>
        </p:spPr>
      </p:pic>
      <p:pic>
        <p:nvPicPr>
          <p:cNvPr id="957" name="Google Shape;957;p76"/>
          <p:cNvPicPr preferRelativeResize="0"/>
          <p:nvPr/>
        </p:nvPicPr>
        <p:blipFill>
          <a:blip r:embed="rId5">
            <a:alphaModFix/>
          </a:blip>
          <a:stretch>
            <a:fillRect/>
          </a:stretch>
        </p:blipFill>
        <p:spPr>
          <a:xfrm>
            <a:off x="6588563" y="2644650"/>
            <a:ext cx="1571227" cy="1571227"/>
          </a:xfrm>
          <a:prstGeom prst="rect">
            <a:avLst/>
          </a:prstGeom>
          <a:noFill/>
          <a:ln>
            <a:noFill/>
          </a:ln>
        </p:spPr>
      </p:pic>
      <p:pic>
        <p:nvPicPr>
          <p:cNvPr id="958" name="Google Shape;958;p76"/>
          <p:cNvPicPr preferRelativeResize="0"/>
          <p:nvPr/>
        </p:nvPicPr>
        <p:blipFill>
          <a:blip r:embed="rId6">
            <a:alphaModFix/>
          </a:blip>
          <a:stretch>
            <a:fillRect/>
          </a:stretch>
        </p:blipFill>
        <p:spPr>
          <a:xfrm>
            <a:off x="2667763" y="2644638"/>
            <a:ext cx="2449935" cy="1571225"/>
          </a:xfrm>
          <a:prstGeom prst="rect">
            <a:avLst/>
          </a:prstGeom>
          <a:noFill/>
          <a:ln>
            <a:noFill/>
          </a:ln>
        </p:spPr>
      </p:pic>
      <p:sp>
        <p:nvSpPr>
          <p:cNvPr id="959" name="Google Shape;959;p76"/>
          <p:cNvSpPr/>
          <p:nvPr/>
        </p:nvSpPr>
        <p:spPr>
          <a:xfrm>
            <a:off x="483225" y="2555138"/>
            <a:ext cx="857400" cy="172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RH</a:t>
            </a:r>
            <a:endParaRPr/>
          </a:p>
        </p:txBody>
      </p:sp>
      <p:sp>
        <p:nvSpPr>
          <p:cNvPr id="960" name="Google Shape;960;p76"/>
          <p:cNvSpPr/>
          <p:nvPr/>
        </p:nvSpPr>
        <p:spPr>
          <a:xfrm>
            <a:off x="2317500" y="2367500"/>
            <a:ext cx="3117600" cy="2100900"/>
          </a:xfrm>
          <a:prstGeom prst="rect">
            <a:avLst/>
          </a:prstGeom>
          <a:noFill/>
          <a:ln cap="flat" cmpd="sng" w="28575">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76"/>
          <p:cNvSpPr txBox="1"/>
          <p:nvPr/>
        </p:nvSpPr>
        <p:spPr>
          <a:xfrm>
            <a:off x="3534438" y="2045400"/>
            <a:ext cx="683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rgbClr val="FF0000"/>
                </a:solidFill>
                <a:latin typeface="Lato"/>
                <a:ea typeface="Lato"/>
                <a:cs typeface="Lato"/>
                <a:sym typeface="Lato"/>
              </a:rPr>
              <a:t>SaaS</a:t>
            </a:r>
            <a:endParaRPr b="1">
              <a:solidFill>
                <a:srgbClr val="FF0000"/>
              </a:solidFill>
              <a:latin typeface="Lato"/>
              <a:ea typeface="Lato"/>
              <a:cs typeface="Lato"/>
              <a:sym typeface="Lato"/>
            </a:endParaRPr>
          </a:p>
        </p:txBody>
      </p:sp>
      <p:cxnSp>
        <p:nvCxnSpPr>
          <p:cNvPr id="962" name="Google Shape;962;p76"/>
          <p:cNvCxnSpPr>
            <a:stCxn id="959" idx="3"/>
            <a:endCxn id="960" idx="1"/>
          </p:cNvCxnSpPr>
          <p:nvPr/>
        </p:nvCxnSpPr>
        <p:spPr>
          <a:xfrm>
            <a:off x="1340625" y="3417938"/>
            <a:ext cx="976800" cy="0"/>
          </a:xfrm>
          <a:prstGeom prst="straightConnector1">
            <a:avLst/>
          </a:prstGeom>
          <a:noFill/>
          <a:ln cap="flat" cmpd="sng" w="19050">
            <a:solidFill>
              <a:srgbClr val="FF0000"/>
            </a:solidFill>
            <a:prstDash val="solid"/>
            <a:round/>
            <a:headEnd len="med" w="med" type="none"/>
            <a:tailEnd len="med" w="med" type="none"/>
          </a:ln>
        </p:spPr>
      </p:cxnSp>
      <p:cxnSp>
        <p:nvCxnSpPr>
          <p:cNvPr id="963" name="Google Shape;963;p76"/>
          <p:cNvCxnSpPr>
            <a:endCxn id="955" idx="1"/>
          </p:cNvCxnSpPr>
          <p:nvPr/>
        </p:nvCxnSpPr>
        <p:spPr>
          <a:xfrm flipH="1" rot="10800000">
            <a:off x="5435075" y="2355535"/>
            <a:ext cx="1392600" cy="1062300"/>
          </a:xfrm>
          <a:prstGeom prst="straightConnector1">
            <a:avLst/>
          </a:prstGeom>
          <a:noFill/>
          <a:ln cap="flat" cmpd="sng" w="19050">
            <a:solidFill>
              <a:srgbClr val="FF0000"/>
            </a:solidFill>
            <a:prstDash val="solid"/>
            <a:round/>
            <a:headEnd len="med" w="med" type="none"/>
            <a:tailEnd len="med" w="med" type="stealth"/>
          </a:ln>
        </p:spPr>
      </p:cxnSp>
      <p:cxnSp>
        <p:nvCxnSpPr>
          <p:cNvPr id="964" name="Google Shape;964;p76"/>
          <p:cNvCxnSpPr>
            <a:stCxn id="960" idx="3"/>
            <a:endCxn id="957" idx="1"/>
          </p:cNvCxnSpPr>
          <p:nvPr/>
        </p:nvCxnSpPr>
        <p:spPr>
          <a:xfrm>
            <a:off x="5435100" y="3417950"/>
            <a:ext cx="1153500" cy="12300"/>
          </a:xfrm>
          <a:prstGeom prst="straightConnector1">
            <a:avLst/>
          </a:prstGeom>
          <a:noFill/>
          <a:ln cap="flat" cmpd="sng" w="19050">
            <a:solidFill>
              <a:srgbClr val="FF0000"/>
            </a:solidFill>
            <a:prstDash val="solid"/>
            <a:round/>
            <a:headEnd len="med" w="med" type="none"/>
            <a:tailEnd len="med" w="med" type="stealth"/>
          </a:ln>
        </p:spPr>
      </p:cxnSp>
      <p:cxnSp>
        <p:nvCxnSpPr>
          <p:cNvPr id="965" name="Google Shape;965;p76"/>
          <p:cNvCxnSpPr>
            <a:stCxn id="960" idx="3"/>
            <a:endCxn id="956" idx="1"/>
          </p:cNvCxnSpPr>
          <p:nvPr/>
        </p:nvCxnSpPr>
        <p:spPr>
          <a:xfrm>
            <a:off x="5435100" y="3417950"/>
            <a:ext cx="976800" cy="1083000"/>
          </a:xfrm>
          <a:prstGeom prst="straightConnector1">
            <a:avLst/>
          </a:prstGeom>
          <a:noFill/>
          <a:ln cap="flat" cmpd="sng" w="19050">
            <a:solidFill>
              <a:srgbClr val="FF0000"/>
            </a:solidFill>
            <a:prstDash val="solid"/>
            <a:round/>
            <a:headEnd len="med" w="med" type="none"/>
            <a:tailEnd len="med" w="med" type="triangle"/>
          </a:ln>
        </p:spPr>
      </p:cxnSp>
      <p:sp>
        <p:nvSpPr>
          <p:cNvPr id="966" name="Google Shape;966;p76"/>
          <p:cNvSpPr txBox="1"/>
          <p:nvPr/>
        </p:nvSpPr>
        <p:spPr>
          <a:xfrm rot="-2195597">
            <a:off x="5624760" y="2571713"/>
            <a:ext cx="857530" cy="40014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solidFill>
                  <a:srgbClr val="FF0000"/>
                </a:solidFill>
                <a:latin typeface="Lato"/>
                <a:ea typeface="Lato"/>
                <a:cs typeface="Lato"/>
                <a:sym typeface="Lato"/>
              </a:rPr>
              <a:t>Pilotage</a:t>
            </a:r>
            <a:endParaRPr b="1">
              <a:solidFill>
                <a:srgbClr val="FF0000"/>
              </a:solidFill>
              <a:latin typeface="Lato"/>
              <a:ea typeface="Lato"/>
              <a:cs typeface="Lato"/>
              <a:sym typeface="Lato"/>
            </a:endParaRPr>
          </a:p>
        </p:txBody>
      </p:sp>
      <p:sp>
        <p:nvSpPr>
          <p:cNvPr id="967" name="Google Shape;967;p76"/>
          <p:cNvSpPr txBox="1"/>
          <p:nvPr/>
        </p:nvSpPr>
        <p:spPr>
          <a:xfrm rot="2700000">
            <a:off x="5624797" y="3718727"/>
            <a:ext cx="857438" cy="400081"/>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solidFill>
                  <a:srgbClr val="FF0000"/>
                </a:solidFill>
                <a:latin typeface="Lato"/>
                <a:ea typeface="Lato"/>
                <a:cs typeface="Lato"/>
                <a:sym typeface="Lato"/>
              </a:rPr>
              <a:t>Pilotage</a:t>
            </a:r>
            <a:endParaRPr b="1">
              <a:solidFill>
                <a:srgbClr val="FF0000"/>
              </a:solidFill>
              <a:latin typeface="Lato"/>
              <a:ea typeface="Lato"/>
              <a:cs typeface="Lato"/>
              <a:sym typeface="Lato"/>
            </a:endParaRPr>
          </a:p>
        </p:txBody>
      </p:sp>
      <p:sp>
        <p:nvSpPr>
          <p:cNvPr id="968" name="Google Shape;968;p76"/>
          <p:cNvSpPr txBox="1"/>
          <p:nvPr/>
        </p:nvSpPr>
        <p:spPr>
          <a:xfrm>
            <a:off x="5702685" y="3073965"/>
            <a:ext cx="8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solidFill>
                  <a:srgbClr val="FF0000"/>
                </a:solidFill>
                <a:latin typeface="Lato"/>
                <a:ea typeface="Lato"/>
                <a:cs typeface="Lato"/>
                <a:sym typeface="Lato"/>
              </a:rPr>
              <a:t>Pilotage</a:t>
            </a:r>
            <a:endParaRPr b="1">
              <a:solidFill>
                <a:srgbClr val="FF0000"/>
              </a:solidFill>
              <a:latin typeface="Lato"/>
              <a:ea typeface="Lato"/>
              <a:cs typeface="Lato"/>
              <a:sym typeface="Lato"/>
            </a:endParaRPr>
          </a:p>
        </p:txBody>
      </p:sp>
      <p:sp>
        <p:nvSpPr>
          <p:cNvPr id="969" name="Google Shape;969;p76"/>
          <p:cNvSpPr txBox="1"/>
          <p:nvPr/>
        </p:nvSpPr>
        <p:spPr>
          <a:xfrm>
            <a:off x="1400373" y="3073965"/>
            <a:ext cx="8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solidFill>
                  <a:srgbClr val="FF0000"/>
                </a:solidFill>
                <a:latin typeface="Lato"/>
                <a:ea typeface="Lato"/>
                <a:cs typeface="Lato"/>
                <a:sym typeface="Lato"/>
              </a:rPr>
              <a:t>Manage</a:t>
            </a:r>
            <a:endParaRPr b="1">
              <a:solidFill>
                <a:srgbClr val="FF0000"/>
              </a:solidFill>
              <a:latin typeface="Lato"/>
              <a:ea typeface="Lato"/>
              <a:cs typeface="Lato"/>
              <a:sym typeface="Lato"/>
            </a:endParaRPr>
          </a:p>
        </p:txBody>
      </p:sp>
      <p:cxnSp>
        <p:nvCxnSpPr>
          <p:cNvPr id="970" name="Google Shape;970;p76"/>
          <p:cNvCxnSpPr>
            <a:stCxn id="960" idx="2"/>
          </p:cNvCxnSpPr>
          <p:nvPr/>
        </p:nvCxnSpPr>
        <p:spPr>
          <a:xfrm>
            <a:off x="3876300" y="4468400"/>
            <a:ext cx="0" cy="333300"/>
          </a:xfrm>
          <a:prstGeom prst="straightConnector1">
            <a:avLst/>
          </a:prstGeom>
          <a:noFill/>
          <a:ln cap="flat" cmpd="sng" w="19050">
            <a:solidFill>
              <a:srgbClr val="FF0000"/>
            </a:solidFill>
            <a:prstDash val="solid"/>
            <a:round/>
            <a:headEnd len="med" w="med" type="none"/>
            <a:tailEnd len="med" w="med" type="triangle"/>
          </a:ln>
        </p:spPr>
      </p:cxnSp>
      <p:sp>
        <p:nvSpPr>
          <p:cNvPr id="971" name="Google Shape;971;p76"/>
          <p:cNvSpPr txBox="1"/>
          <p:nvPr/>
        </p:nvSpPr>
        <p:spPr>
          <a:xfrm>
            <a:off x="3639573" y="4760474"/>
            <a:ext cx="8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solidFill>
                  <a:srgbClr val="FF0000"/>
                </a:solidFill>
                <a:latin typeface="Lato"/>
                <a:ea typeface="Lato"/>
                <a:cs typeface="Lato"/>
                <a:sym typeface="Lato"/>
              </a:rPr>
              <a:t>KPI</a:t>
            </a:r>
            <a:endParaRPr b="1">
              <a:solidFill>
                <a:srgbClr val="FF0000"/>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7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Gestion du recrutement et de l’embauche</a:t>
            </a:r>
            <a:endParaRPr/>
          </a:p>
        </p:txBody>
      </p:sp>
      <p:sp>
        <p:nvSpPr>
          <p:cNvPr id="977" name="Google Shape;977;p77"/>
          <p:cNvSpPr/>
          <p:nvPr/>
        </p:nvSpPr>
        <p:spPr>
          <a:xfrm>
            <a:off x="236675" y="1069200"/>
            <a:ext cx="8658300" cy="602100"/>
          </a:xfrm>
          <a:prstGeom prst="chevron">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Suivi des candidatures</a:t>
            </a:r>
            <a:endParaRPr/>
          </a:p>
        </p:txBody>
      </p:sp>
      <p:sp>
        <p:nvSpPr>
          <p:cNvPr id="978" name="Google Shape;978;p77"/>
          <p:cNvSpPr/>
          <p:nvPr/>
        </p:nvSpPr>
        <p:spPr>
          <a:xfrm>
            <a:off x="483225" y="2555138"/>
            <a:ext cx="857400" cy="172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RH</a:t>
            </a:r>
            <a:endParaRPr/>
          </a:p>
        </p:txBody>
      </p:sp>
      <p:sp>
        <p:nvSpPr>
          <p:cNvPr id="979" name="Google Shape;979;p77"/>
          <p:cNvSpPr/>
          <p:nvPr/>
        </p:nvSpPr>
        <p:spPr>
          <a:xfrm>
            <a:off x="3397650" y="1940600"/>
            <a:ext cx="2348700" cy="3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Candidats</a:t>
            </a:r>
            <a:endParaRPr/>
          </a:p>
        </p:txBody>
      </p:sp>
      <p:sp>
        <p:nvSpPr>
          <p:cNvPr id="980" name="Google Shape;980;p77"/>
          <p:cNvSpPr/>
          <p:nvPr/>
        </p:nvSpPr>
        <p:spPr>
          <a:xfrm>
            <a:off x="7344275" y="3225050"/>
            <a:ext cx="1442100" cy="3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Gestionnaires</a:t>
            </a:r>
            <a:endParaRPr/>
          </a:p>
        </p:txBody>
      </p:sp>
      <p:sp>
        <p:nvSpPr>
          <p:cNvPr id="981" name="Google Shape;981;p77"/>
          <p:cNvSpPr/>
          <p:nvPr/>
        </p:nvSpPr>
        <p:spPr>
          <a:xfrm>
            <a:off x="3391475" y="4534950"/>
            <a:ext cx="2348700" cy="3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Managers</a:t>
            </a:r>
            <a:endParaRPr/>
          </a:p>
        </p:txBody>
      </p:sp>
      <p:cxnSp>
        <p:nvCxnSpPr>
          <p:cNvPr id="982" name="Google Shape;982;p77"/>
          <p:cNvCxnSpPr>
            <a:stCxn id="978" idx="3"/>
            <a:endCxn id="980" idx="1"/>
          </p:cNvCxnSpPr>
          <p:nvPr/>
        </p:nvCxnSpPr>
        <p:spPr>
          <a:xfrm>
            <a:off x="1340625" y="3417938"/>
            <a:ext cx="6003600" cy="0"/>
          </a:xfrm>
          <a:prstGeom prst="straightConnector1">
            <a:avLst/>
          </a:prstGeom>
          <a:noFill/>
          <a:ln cap="flat" cmpd="sng" w="19050">
            <a:solidFill>
              <a:schemeClr val="dk2"/>
            </a:solidFill>
            <a:prstDash val="solid"/>
            <a:round/>
            <a:headEnd len="med" w="med" type="stealth"/>
            <a:tailEnd len="med" w="med" type="triangle"/>
          </a:ln>
        </p:spPr>
      </p:cxnSp>
      <p:cxnSp>
        <p:nvCxnSpPr>
          <p:cNvPr id="983" name="Google Shape;983;p77"/>
          <p:cNvCxnSpPr>
            <a:stCxn id="978" idx="3"/>
            <a:endCxn id="979" idx="2"/>
          </p:cNvCxnSpPr>
          <p:nvPr/>
        </p:nvCxnSpPr>
        <p:spPr>
          <a:xfrm flipH="1" rot="10800000">
            <a:off x="1340625" y="2326538"/>
            <a:ext cx="3231300" cy="1091400"/>
          </a:xfrm>
          <a:prstGeom prst="straightConnector1">
            <a:avLst/>
          </a:prstGeom>
          <a:noFill/>
          <a:ln cap="flat" cmpd="sng" w="19050">
            <a:solidFill>
              <a:schemeClr val="dk2"/>
            </a:solidFill>
            <a:prstDash val="solid"/>
            <a:round/>
            <a:headEnd len="med" w="med" type="none"/>
            <a:tailEnd len="med" w="med" type="triangle"/>
          </a:ln>
        </p:spPr>
      </p:cxnSp>
      <p:sp>
        <p:nvSpPr>
          <p:cNvPr id="984" name="Google Shape;984;p77"/>
          <p:cNvSpPr txBox="1"/>
          <p:nvPr/>
        </p:nvSpPr>
        <p:spPr>
          <a:xfrm>
            <a:off x="5710386" y="3126114"/>
            <a:ext cx="1283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latin typeface="Lato"/>
                <a:ea typeface="Lato"/>
                <a:cs typeface="Lato"/>
                <a:sym typeface="Lato"/>
              </a:rPr>
              <a:t>Collaboration</a:t>
            </a:r>
            <a:endParaRPr>
              <a:solidFill>
                <a:schemeClr val="lt1"/>
              </a:solidFill>
              <a:latin typeface="Lato"/>
              <a:ea typeface="Lato"/>
              <a:cs typeface="Lato"/>
              <a:sym typeface="Lato"/>
            </a:endParaRPr>
          </a:p>
        </p:txBody>
      </p:sp>
      <p:cxnSp>
        <p:nvCxnSpPr>
          <p:cNvPr id="985" name="Google Shape;985;p77"/>
          <p:cNvCxnSpPr>
            <a:stCxn id="979" idx="2"/>
            <a:endCxn id="981" idx="0"/>
          </p:cNvCxnSpPr>
          <p:nvPr/>
        </p:nvCxnSpPr>
        <p:spPr>
          <a:xfrm flipH="1">
            <a:off x="4565700" y="2326400"/>
            <a:ext cx="6300" cy="2208600"/>
          </a:xfrm>
          <a:prstGeom prst="straightConnector1">
            <a:avLst/>
          </a:prstGeom>
          <a:noFill/>
          <a:ln cap="flat" cmpd="sng" w="19050">
            <a:solidFill>
              <a:schemeClr val="dk2"/>
            </a:solidFill>
            <a:prstDash val="solid"/>
            <a:round/>
            <a:headEnd len="med" w="med" type="triangle"/>
            <a:tailEnd len="med" w="med" type="triangle"/>
          </a:ln>
        </p:spPr>
      </p:cxnSp>
      <p:sp>
        <p:nvSpPr>
          <p:cNvPr id="986" name="Google Shape;986;p77"/>
          <p:cNvSpPr txBox="1"/>
          <p:nvPr/>
        </p:nvSpPr>
        <p:spPr>
          <a:xfrm>
            <a:off x="4291836" y="3797189"/>
            <a:ext cx="1283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latin typeface="Lato"/>
                <a:ea typeface="Lato"/>
                <a:cs typeface="Lato"/>
                <a:sym typeface="Lato"/>
              </a:rPr>
              <a:t>Mise en relation</a:t>
            </a:r>
            <a:endParaRPr>
              <a:solidFill>
                <a:schemeClr val="lt1"/>
              </a:solidFill>
              <a:latin typeface="Lato"/>
              <a:ea typeface="Lato"/>
              <a:cs typeface="Lato"/>
              <a:sym typeface="Lato"/>
            </a:endParaRPr>
          </a:p>
        </p:txBody>
      </p:sp>
      <p:sp>
        <p:nvSpPr>
          <p:cNvPr id="987" name="Google Shape;987;p77"/>
          <p:cNvSpPr txBox="1"/>
          <p:nvPr/>
        </p:nvSpPr>
        <p:spPr>
          <a:xfrm rot="-1121425">
            <a:off x="1708872" y="2629533"/>
            <a:ext cx="1957533" cy="40025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latin typeface="Lato"/>
                <a:ea typeface="Lato"/>
                <a:cs typeface="Lato"/>
                <a:sym typeface="Lato"/>
              </a:rPr>
              <a:t>Prise de contact</a:t>
            </a:r>
            <a:endParaRPr>
              <a:solidFill>
                <a:schemeClr val="lt1"/>
              </a:solidFill>
              <a:latin typeface="Lato"/>
              <a:ea typeface="Lato"/>
              <a:cs typeface="Lato"/>
              <a:sym typeface="Lato"/>
            </a:endParaRPr>
          </a:p>
        </p:txBody>
      </p:sp>
      <p:sp>
        <p:nvSpPr>
          <p:cNvPr id="988" name="Google Shape;988;p77"/>
          <p:cNvSpPr txBox="1"/>
          <p:nvPr/>
        </p:nvSpPr>
        <p:spPr>
          <a:xfrm rot="-1121425">
            <a:off x="1836263" y="2823615"/>
            <a:ext cx="1957533" cy="40025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latin typeface="Lato"/>
                <a:ea typeface="Lato"/>
                <a:cs typeface="Lato"/>
                <a:sym typeface="Lato"/>
              </a:rPr>
              <a:t>Suivi</a:t>
            </a:r>
            <a:endParaRPr>
              <a:solidFill>
                <a:schemeClr val="lt1"/>
              </a:solidFill>
              <a:latin typeface="Lato"/>
              <a:ea typeface="Lato"/>
              <a:cs typeface="Lato"/>
              <a:sym typeface="Lato"/>
            </a:endParaRPr>
          </a:p>
        </p:txBody>
      </p:sp>
      <p:cxnSp>
        <p:nvCxnSpPr>
          <p:cNvPr id="989" name="Google Shape;989;p77"/>
          <p:cNvCxnSpPr>
            <a:stCxn id="978" idx="3"/>
          </p:cNvCxnSpPr>
          <p:nvPr/>
        </p:nvCxnSpPr>
        <p:spPr>
          <a:xfrm>
            <a:off x="1340625" y="3417938"/>
            <a:ext cx="3236100" cy="1100400"/>
          </a:xfrm>
          <a:prstGeom prst="straightConnector1">
            <a:avLst/>
          </a:prstGeom>
          <a:noFill/>
          <a:ln cap="flat" cmpd="sng" w="19050">
            <a:solidFill>
              <a:schemeClr val="dk2"/>
            </a:solidFill>
            <a:prstDash val="solid"/>
            <a:round/>
            <a:headEnd len="med" w="med" type="triangle"/>
            <a:tailEnd len="med" w="med" type="triangle"/>
          </a:ln>
        </p:spPr>
      </p:cxnSp>
      <p:sp>
        <p:nvSpPr>
          <p:cNvPr id="990" name="Google Shape;990;p77"/>
          <p:cNvSpPr txBox="1"/>
          <p:nvPr/>
        </p:nvSpPr>
        <p:spPr>
          <a:xfrm rot="1245758">
            <a:off x="2024474" y="3666858"/>
            <a:ext cx="1957421" cy="40010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lt1"/>
                </a:solidFill>
                <a:latin typeface="Lato"/>
                <a:ea typeface="Lato"/>
                <a:cs typeface="Lato"/>
                <a:sym typeface="Lato"/>
              </a:rPr>
              <a:t>Collaboration</a:t>
            </a:r>
            <a:endParaRPr>
              <a:solidFill>
                <a:schemeClr val="lt1"/>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78"/>
          <p:cNvSpPr/>
          <p:nvPr/>
        </p:nvSpPr>
        <p:spPr>
          <a:xfrm>
            <a:off x="3101100" y="2631500"/>
            <a:ext cx="2884500" cy="1596600"/>
          </a:xfrm>
          <a:prstGeom prst="rect">
            <a:avLst/>
          </a:prstGeom>
          <a:noFill/>
          <a:ln cap="flat" cmpd="sng" w="28575">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6" name="Google Shape;996;p78"/>
          <p:cNvPicPr preferRelativeResize="0"/>
          <p:nvPr/>
        </p:nvPicPr>
        <p:blipFill>
          <a:blip r:embed="rId3">
            <a:alphaModFix/>
          </a:blip>
          <a:stretch>
            <a:fillRect/>
          </a:stretch>
        </p:blipFill>
        <p:spPr>
          <a:xfrm>
            <a:off x="3238706" y="2719162"/>
            <a:ext cx="2654244" cy="1423024"/>
          </a:xfrm>
          <a:prstGeom prst="rect">
            <a:avLst/>
          </a:prstGeom>
          <a:noFill/>
          <a:ln>
            <a:noFill/>
          </a:ln>
        </p:spPr>
      </p:pic>
      <p:sp>
        <p:nvSpPr>
          <p:cNvPr id="997" name="Google Shape;997;p7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Gestion du recrutement et de l’embauche</a:t>
            </a:r>
            <a:endParaRPr/>
          </a:p>
        </p:txBody>
      </p:sp>
      <p:sp>
        <p:nvSpPr>
          <p:cNvPr id="998" name="Google Shape;998;p78"/>
          <p:cNvSpPr/>
          <p:nvPr/>
        </p:nvSpPr>
        <p:spPr>
          <a:xfrm>
            <a:off x="236675" y="1069200"/>
            <a:ext cx="8658300" cy="602100"/>
          </a:xfrm>
          <a:prstGeom prst="chevron">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Suivi des candidatures</a:t>
            </a:r>
            <a:endParaRPr/>
          </a:p>
        </p:txBody>
      </p:sp>
      <p:sp>
        <p:nvSpPr>
          <p:cNvPr id="999" name="Google Shape;999;p78"/>
          <p:cNvSpPr/>
          <p:nvPr/>
        </p:nvSpPr>
        <p:spPr>
          <a:xfrm>
            <a:off x="483225" y="2555138"/>
            <a:ext cx="857400" cy="172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RH</a:t>
            </a:r>
            <a:endParaRPr/>
          </a:p>
        </p:txBody>
      </p:sp>
      <p:sp>
        <p:nvSpPr>
          <p:cNvPr id="1000" name="Google Shape;1000;p78"/>
          <p:cNvSpPr/>
          <p:nvPr/>
        </p:nvSpPr>
        <p:spPr>
          <a:xfrm>
            <a:off x="3369000" y="1958500"/>
            <a:ext cx="2348700" cy="3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Candidats</a:t>
            </a:r>
            <a:endParaRPr/>
          </a:p>
        </p:txBody>
      </p:sp>
      <p:sp>
        <p:nvSpPr>
          <p:cNvPr id="1001" name="Google Shape;1001;p78"/>
          <p:cNvSpPr/>
          <p:nvPr/>
        </p:nvSpPr>
        <p:spPr>
          <a:xfrm>
            <a:off x="7344300" y="3237750"/>
            <a:ext cx="1442100" cy="3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Gestionnaires</a:t>
            </a:r>
            <a:endParaRPr/>
          </a:p>
        </p:txBody>
      </p:sp>
      <p:sp>
        <p:nvSpPr>
          <p:cNvPr id="1002" name="Google Shape;1002;p78"/>
          <p:cNvSpPr/>
          <p:nvPr/>
        </p:nvSpPr>
        <p:spPr>
          <a:xfrm>
            <a:off x="3369000" y="4533200"/>
            <a:ext cx="2348700" cy="3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Managers</a:t>
            </a:r>
            <a:endParaRPr/>
          </a:p>
        </p:txBody>
      </p:sp>
      <p:sp>
        <p:nvSpPr>
          <p:cNvPr id="1003" name="Google Shape;1003;p78"/>
          <p:cNvSpPr txBox="1"/>
          <p:nvPr/>
        </p:nvSpPr>
        <p:spPr>
          <a:xfrm>
            <a:off x="5909388" y="2426650"/>
            <a:ext cx="683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rgbClr val="FF0000"/>
                </a:solidFill>
                <a:latin typeface="Lato"/>
                <a:ea typeface="Lato"/>
                <a:cs typeface="Lato"/>
                <a:sym typeface="Lato"/>
              </a:rPr>
              <a:t>SaaS</a:t>
            </a:r>
            <a:endParaRPr b="1">
              <a:solidFill>
                <a:srgbClr val="FF0000"/>
              </a:solidFill>
              <a:latin typeface="Lato"/>
              <a:ea typeface="Lato"/>
              <a:cs typeface="Lato"/>
              <a:sym typeface="Lato"/>
            </a:endParaRPr>
          </a:p>
        </p:txBody>
      </p:sp>
      <p:cxnSp>
        <p:nvCxnSpPr>
          <p:cNvPr id="1004" name="Google Shape;1004;p78"/>
          <p:cNvCxnSpPr>
            <a:stCxn id="999" idx="3"/>
            <a:endCxn id="995" idx="1"/>
          </p:cNvCxnSpPr>
          <p:nvPr/>
        </p:nvCxnSpPr>
        <p:spPr>
          <a:xfrm>
            <a:off x="1340625" y="3417938"/>
            <a:ext cx="1760400" cy="12000"/>
          </a:xfrm>
          <a:prstGeom prst="straightConnector1">
            <a:avLst/>
          </a:prstGeom>
          <a:noFill/>
          <a:ln cap="flat" cmpd="sng" w="19050">
            <a:solidFill>
              <a:srgbClr val="FF0000"/>
            </a:solidFill>
            <a:prstDash val="solid"/>
            <a:round/>
            <a:headEnd len="med" w="med" type="triangle"/>
            <a:tailEnd len="med" w="med" type="triangle"/>
          </a:ln>
        </p:spPr>
      </p:cxnSp>
      <p:cxnSp>
        <p:nvCxnSpPr>
          <p:cNvPr id="1005" name="Google Shape;1005;p78"/>
          <p:cNvCxnSpPr>
            <a:stCxn id="995" idx="3"/>
            <a:endCxn id="1001" idx="1"/>
          </p:cNvCxnSpPr>
          <p:nvPr/>
        </p:nvCxnSpPr>
        <p:spPr>
          <a:xfrm>
            <a:off x="5985600" y="3429800"/>
            <a:ext cx="1358700" cy="900"/>
          </a:xfrm>
          <a:prstGeom prst="straightConnector1">
            <a:avLst/>
          </a:prstGeom>
          <a:noFill/>
          <a:ln cap="flat" cmpd="sng" w="19050">
            <a:solidFill>
              <a:srgbClr val="FF0000"/>
            </a:solidFill>
            <a:prstDash val="solid"/>
            <a:round/>
            <a:headEnd len="med" w="med" type="triangle"/>
            <a:tailEnd len="med" w="med" type="triangle"/>
          </a:ln>
        </p:spPr>
      </p:cxnSp>
      <p:cxnSp>
        <p:nvCxnSpPr>
          <p:cNvPr id="1006" name="Google Shape;1006;p78"/>
          <p:cNvCxnSpPr>
            <a:stCxn id="1000" idx="2"/>
            <a:endCxn id="995" idx="0"/>
          </p:cNvCxnSpPr>
          <p:nvPr/>
        </p:nvCxnSpPr>
        <p:spPr>
          <a:xfrm>
            <a:off x="4543350" y="2344300"/>
            <a:ext cx="0" cy="287100"/>
          </a:xfrm>
          <a:prstGeom prst="straightConnector1">
            <a:avLst/>
          </a:prstGeom>
          <a:noFill/>
          <a:ln cap="flat" cmpd="sng" w="19050">
            <a:solidFill>
              <a:srgbClr val="FF0000"/>
            </a:solidFill>
            <a:prstDash val="solid"/>
            <a:round/>
            <a:headEnd len="med" w="med" type="none"/>
            <a:tailEnd len="med" w="med" type="triangle"/>
          </a:ln>
        </p:spPr>
      </p:cxnSp>
      <p:cxnSp>
        <p:nvCxnSpPr>
          <p:cNvPr id="1007" name="Google Shape;1007;p78"/>
          <p:cNvCxnSpPr>
            <a:stCxn id="1002" idx="0"/>
            <a:endCxn id="995" idx="2"/>
          </p:cNvCxnSpPr>
          <p:nvPr/>
        </p:nvCxnSpPr>
        <p:spPr>
          <a:xfrm rot="10800000">
            <a:off x="4543350" y="4228100"/>
            <a:ext cx="0" cy="305100"/>
          </a:xfrm>
          <a:prstGeom prst="straightConnector1">
            <a:avLst/>
          </a:prstGeom>
          <a:noFill/>
          <a:ln cap="flat" cmpd="sng" w="19050">
            <a:solidFill>
              <a:srgbClr val="FF0000"/>
            </a:solidFill>
            <a:prstDash val="solid"/>
            <a:round/>
            <a:headEnd len="med" w="med" type="triangl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7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Gestion du recrutement et de l’embauche</a:t>
            </a:r>
            <a:endParaRPr/>
          </a:p>
        </p:txBody>
      </p:sp>
      <p:pic>
        <p:nvPicPr>
          <p:cNvPr id="1013" name="Google Shape;1013;p79"/>
          <p:cNvPicPr preferRelativeResize="0"/>
          <p:nvPr/>
        </p:nvPicPr>
        <p:blipFill>
          <a:blip r:embed="rId3">
            <a:alphaModFix/>
          </a:blip>
          <a:stretch>
            <a:fillRect/>
          </a:stretch>
        </p:blipFill>
        <p:spPr>
          <a:xfrm>
            <a:off x="427347" y="2084100"/>
            <a:ext cx="3986625" cy="2123400"/>
          </a:xfrm>
          <a:prstGeom prst="rect">
            <a:avLst/>
          </a:prstGeom>
          <a:noFill/>
          <a:ln>
            <a:noFill/>
          </a:ln>
        </p:spPr>
      </p:pic>
      <p:pic>
        <p:nvPicPr>
          <p:cNvPr id="1014" name="Google Shape;1014;p79"/>
          <p:cNvPicPr preferRelativeResize="0"/>
          <p:nvPr/>
        </p:nvPicPr>
        <p:blipFill>
          <a:blip r:embed="rId4">
            <a:alphaModFix/>
          </a:blip>
          <a:stretch>
            <a:fillRect/>
          </a:stretch>
        </p:blipFill>
        <p:spPr>
          <a:xfrm>
            <a:off x="4729313" y="2084100"/>
            <a:ext cx="4034487" cy="2123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8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Introduction à la donnée</a:t>
            </a:r>
            <a:endParaRPr/>
          </a:p>
        </p:txBody>
      </p:sp>
      <p:sp>
        <p:nvSpPr>
          <p:cNvPr id="1020" name="Google Shape;1020;p8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200">
              <a:solidFill>
                <a:srgbClr val="000000"/>
              </a:solidFill>
            </a:endParaRPr>
          </a:p>
          <a:p>
            <a:pPr indent="0" lvl="0" marL="0" rtl="0" algn="l">
              <a:lnSpc>
                <a:spcPct val="100000"/>
              </a:lnSpc>
              <a:spcBef>
                <a:spcPts val="0"/>
              </a:spcBef>
              <a:spcAft>
                <a:spcPts val="0"/>
              </a:spcAft>
              <a:buNone/>
            </a:pPr>
            <a:r>
              <a:rPr lang="fr" sz="1200">
                <a:solidFill>
                  <a:srgbClr val="000000"/>
                </a:solidFill>
              </a:rPr>
              <a:t>	</a:t>
            </a:r>
            <a:endParaRPr sz="1200">
              <a:solidFill>
                <a:srgbClr val="000000"/>
              </a:solidFill>
            </a:endParaRPr>
          </a:p>
          <a:p>
            <a:pPr indent="0" lvl="0" marL="0" rtl="0" algn="l">
              <a:lnSpc>
                <a:spcPct val="100000"/>
              </a:lnSpc>
              <a:spcBef>
                <a:spcPts val="0"/>
              </a:spcBef>
              <a:spcAft>
                <a:spcPts val="0"/>
              </a:spcAft>
              <a:buNone/>
            </a:pPr>
            <a:r>
              <a:t/>
            </a:r>
            <a:endParaRPr sz="1200">
              <a:solidFill>
                <a:srgbClr val="000000"/>
              </a:solidFill>
            </a:endParaRPr>
          </a:p>
          <a:p>
            <a:pPr indent="0" lvl="0" marL="0" rtl="0" algn="l">
              <a:lnSpc>
                <a:spcPct val="100000"/>
              </a:lnSpc>
              <a:spcBef>
                <a:spcPts val="0"/>
              </a:spcBef>
              <a:spcAft>
                <a:spcPts val="0"/>
              </a:spcAft>
              <a:buNone/>
            </a:pPr>
            <a:r>
              <a:t/>
            </a:r>
            <a:endParaRPr sz="120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81"/>
          <p:cNvSpPr txBox="1"/>
          <p:nvPr>
            <p:ph type="title"/>
          </p:nvPr>
        </p:nvSpPr>
        <p:spPr>
          <a:xfrm>
            <a:off x="695650" y="2285250"/>
            <a:ext cx="7957800" cy="573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“Donnée”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82"/>
          <p:cNvSpPr txBox="1"/>
          <p:nvPr>
            <p:ph type="title"/>
          </p:nvPr>
        </p:nvSpPr>
        <p:spPr>
          <a:xfrm>
            <a:off x="695650" y="2285250"/>
            <a:ext cx="7957800" cy="573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“Donnée”</a:t>
            </a:r>
            <a:endParaRPr/>
          </a:p>
        </p:txBody>
      </p:sp>
      <p:sp>
        <p:nvSpPr>
          <p:cNvPr id="1031" name="Google Shape;1031;p82"/>
          <p:cNvSpPr txBox="1"/>
          <p:nvPr>
            <p:ph type="title"/>
          </p:nvPr>
        </p:nvSpPr>
        <p:spPr>
          <a:xfrm>
            <a:off x="927525" y="688025"/>
            <a:ext cx="3541500" cy="573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Big Data</a:t>
            </a:r>
            <a:endParaRPr/>
          </a:p>
        </p:txBody>
      </p:sp>
      <p:sp>
        <p:nvSpPr>
          <p:cNvPr id="1032" name="Google Shape;1032;p82"/>
          <p:cNvSpPr txBox="1"/>
          <p:nvPr>
            <p:ph type="title"/>
          </p:nvPr>
        </p:nvSpPr>
        <p:spPr>
          <a:xfrm>
            <a:off x="5111950" y="956350"/>
            <a:ext cx="3541500" cy="573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“Donnée d’entreprise”</a:t>
            </a:r>
            <a:endParaRPr/>
          </a:p>
        </p:txBody>
      </p:sp>
      <p:sp>
        <p:nvSpPr>
          <p:cNvPr id="1033" name="Google Shape;1033;p82"/>
          <p:cNvSpPr txBox="1"/>
          <p:nvPr>
            <p:ph type="title"/>
          </p:nvPr>
        </p:nvSpPr>
        <p:spPr>
          <a:xfrm>
            <a:off x="310475" y="3882475"/>
            <a:ext cx="3541500" cy="573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Traitement</a:t>
            </a:r>
            <a:endParaRPr/>
          </a:p>
        </p:txBody>
      </p:sp>
      <p:sp>
        <p:nvSpPr>
          <p:cNvPr id="1034" name="Google Shape;1034;p82"/>
          <p:cNvSpPr txBox="1"/>
          <p:nvPr>
            <p:ph type="title"/>
          </p:nvPr>
        </p:nvSpPr>
        <p:spPr>
          <a:xfrm>
            <a:off x="4869550" y="3814400"/>
            <a:ext cx="3541500" cy="573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Numérique</a:t>
            </a:r>
            <a:endParaRPr/>
          </a:p>
        </p:txBody>
      </p:sp>
      <p:sp>
        <p:nvSpPr>
          <p:cNvPr id="1035" name="Google Shape;1035;p82"/>
          <p:cNvSpPr txBox="1"/>
          <p:nvPr>
            <p:ph type="title"/>
          </p:nvPr>
        </p:nvSpPr>
        <p:spPr>
          <a:xfrm>
            <a:off x="141850" y="2571750"/>
            <a:ext cx="3541500" cy="573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Digitalisation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83"/>
          <p:cNvSpPr/>
          <p:nvPr/>
        </p:nvSpPr>
        <p:spPr>
          <a:xfrm>
            <a:off x="724313" y="3082025"/>
            <a:ext cx="1717200" cy="6633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Données Industrielles</a:t>
            </a:r>
            <a:endParaRPr/>
          </a:p>
        </p:txBody>
      </p:sp>
      <p:sp>
        <p:nvSpPr>
          <p:cNvPr id="1041" name="Google Shape;1041;p83"/>
          <p:cNvSpPr txBox="1"/>
          <p:nvPr>
            <p:ph type="title"/>
          </p:nvPr>
        </p:nvSpPr>
        <p:spPr>
          <a:xfrm>
            <a:off x="209550" y="2360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processus liés aux données</a:t>
            </a:r>
            <a:endParaRPr/>
          </a:p>
        </p:txBody>
      </p:sp>
      <p:sp>
        <p:nvSpPr>
          <p:cNvPr id="1042" name="Google Shape;1042;p83"/>
          <p:cNvSpPr/>
          <p:nvPr/>
        </p:nvSpPr>
        <p:spPr>
          <a:xfrm>
            <a:off x="3153450" y="890000"/>
            <a:ext cx="2837100" cy="469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Collecte et gestion des données</a:t>
            </a:r>
            <a:endParaRPr/>
          </a:p>
        </p:txBody>
      </p:sp>
      <p:sp>
        <p:nvSpPr>
          <p:cNvPr id="1043" name="Google Shape;1043;p83"/>
          <p:cNvSpPr/>
          <p:nvPr/>
        </p:nvSpPr>
        <p:spPr>
          <a:xfrm>
            <a:off x="4190700" y="1683850"/>
            <a:ext cx="762600" cy="46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“Data”</a:t>
            </a:r>
            <a:endParaRPr/>
          </a:p>
        </p:txBody>
      </p:sp>
      <p:sp>
        <p:nvSpPr>
          <p:cNvPr id="1044" name="Google Shape;1044;p83"/>
          <p:cNvSpPr/>
          <p:nvPr/>
        </p:nvSpPr>
        <p:spPr>
          <a:xfrm>
            <a:off x="2717038" y="3082025"/>
            <a:ext cx="1717200" cy="6633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Données RH</a:t>
            </a:r>
            <a:endParaRPr/>
          </a:p>
        </p:txBody>
      </p:sp>
      <p:sp>
        <p:nvSpPr>
          <p:cNvPr id="1045" name="Google Shape;1045;p83"/>
          <p:cNvSpPr/>
          <p:nvPr/>
        </p:nvSpPr>
        <p:spPr>
          <a:xfrm>
            <a:off x="4709763" y="3082025"/>
            <a:ext cx="1717200" cy="6633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Données Commerciales</a:t>
            </a:r>
            <a:endParaRPr/>
          </a:p>
        </p:txBody>
      </p:sp>
      <p:sp>
        <p:nvSpPr>
          <p:cNvPr id="1046" name="Google Shape;1046;p83"/>
          <p:cNvSpPr/>
          <p:nvPr/>
        </p:nvSpPr>
        <p:spPr>
          <a:xfrm>
            <a:off x="6702488" y="3082025"/>
            <a:ext cx="1717200" cy="6633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Données Financières</a:t>
            </a:r>
            <a:endParaRPr/>
          </a:p>
        </p:txBody>
      </p:sp>
      <p:cxnSp>
        <p:nvCxnSpPr>
          <p:cNvPr id="1047" name="Google Shape;1047;p83"/>
          <p:cNvCxnSpPr>
            <a:stCxn id="1043" idx="2"/>
            <a:endCxn id="1040" idx="0"/>
          </p:cNvCxnSpPr>
          <p:nvPr/>
        </p:nvCxnSpPr>
        <p:spPr>
          <a:xfrm rot="5400000">
            <a:off x="2613000" y="1123150"/>
            <a:ext cx="928800" cy="2989200"/>
          </a:xfrm>
          <a:prstGeom prst="curvedConnector3">
            <a:avLst>
              <a:gd fmla="val 49993" name="adj1"/>
            </a:avLst>
          </a:prstGeom>
          <a:noFill/>
          <a:ln cap="flat" cmpd="sng" w="9525">
            <a:solidFill>
              <a:srgbClr val="FF0000"/>
            </a:solidFill>
            <a:prstDash val="dash"/>
            <a:round/>
            <a:headEnd len="med" w="med" type="none"/>
            <a:tailEnd len="med" w="med" type="stealth"/>
          </a:ln>
        </p:spPr>
      </p:cxnSp>
      <p:cxnSp>
        <p:nvCxnSpPr>
          <p:cNvPr id="1048" name="Google Shape;1048;p83"/>
          <p:cNvCxnSpPr>
            <a:stCxn id="1043" idx="2"/>
            <a:endCxn id="1044" idx="0"/>
          </p:cNvCxnSpPr>
          <p:nvPr/>
        </p:nvCxnSpPr>
        <p:spPr>
          <a:xfrm rot="5400000">
            <a:off x="3609450" y="2119600"/>
            <a:ext cx="928800" cy="996300"/>
          </a:xfrm>
          <a:prstGeom prst="curvedConnector3">
            <a:avLst>
              <a:gd fmla="val 49993" name="adj1"/>
            </a:avLst>
          </a:prstGeom>
          <a:noFill/>
          <a:ln cap="flat" cmpd="sng" w="9525">
            <a:solidFill>
              <a:srgbClr val="FF0000"/>
            </a:solidFill>
            <a:prstDash val="dash"/>
            <a:round/>
            <a:headEnd len="med" w="med" type="none"/>
            <a:tailEnd len="med" w="med" type="stealth"/>
          </a:ln>
        </p:spPr>
      </p:cxnSp>
      <p:cxnSp>
        <p:nvCxnSpPr>
          <p:cNvPr id="1049" name="Google Shape;1049;p83"/>
          <p:cNvCxnSpPr>
            <a:stCxn id="1043" idx="2"/>
            <a:endCxn id="1045" idx="0"/>
          </p:cNvCxnSpPr>
          <p:nvPr/>
        </p:nvCxnSpPr>
        <p:spPr>
          <a:xfrm flipH="1" rot="-5400000">
            <a:off x="4605750" y="2119600"/>
            <a:ext cx="928800" cy="996300"/>
          </a:xfrm>
          <a:prstGeom prst="curvedConnector3">
            <a:avLst>
              <a:gd fmla="val 49993" name="adj1"/>
            </a:avLst>
          </a:prstGeom>
          <a:noFill/>
          <a:ln cap="flat" cmpd="sng" w="9525">
            <a:solidFill>
              <a:srgbClr val="FF0000"/>
            </a:solidFill>
            <a:prstDash val="dash"/>
            <a:round/>
            <a:headEnd len="med" w="med" type="none"/>
            <a:tailEnd len="med" w="med" type="stealth"/>
          </a:ln>
        </p:spPr>
      </p:cxnSp>
      <p:cxnSp>
        <p:nvCxnSpPr>
          <p:cNvPr id="1050" name="Google Shape;1050;p83"/>
          <p:cNvCxnSpPr>
            <a:stCxn id="1043" idx="2"/>
            <a:endCxn id="1046" idx="0"/>
          </p:cNvCxnSpPr>
          <p:nvPr/>
        </p:nvCxnSpPr>
        <p:spPr>
          <a:xfrm flipH="1" rot="-5400000">
            <a:off x="5602200" y="1123150"/>
            <a:ext cx="928800" cy="2989200"/>
          </a:xfrm>
          <a:prstGeom prst="curvedConnector3">
            <a:avLst>
              <a:gd fmla="val 49993" name="adj1"/>
            </a:avLst>
          </a:prstGeom>
          <a:noFill/>
          <a:ln cap="flat" cmpd="sng" w="9525">
            <a:solidFill>
              <a:srgbClr val="FF0000"/>
            </a:solidFill>
            <a:prstDash val="dash"/>
            <a:round/>
            <a:headEnd len="med" w="med" type="none"/>
            <a:tailEnd len="med" w="med" type="stealth"/>
          </a:ln>
        </p:spPr>
      </p:cxnSp>
      <p:sp>
        <p:nvSpPr>
          <p:cNvPr id="1051" name="Google Shape;1051;p83"/>
          <p:cNvSpPr txBox="1"/>
          <p:nvPr/>
        </p:nvSpPr>
        <p:spPr>
          <a:xfrm>
            <a:off x="3139350" y="4459725"/>
            <a:ext cx="28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latin typeface="Calibri"/>
                <a:ea typeface="Calibri"/>
                <a:cs typeface="Calibri"/>
                <a:sym typeface="Calibri"/>
              </a:rPr>
              <a:t>Et plus encore…</a:t>
            </a:r>
            <a:endParaRPr>
              <a:latin typeface="Calibri"/>
              <a:ea typeface="Calibri"/>
              <a:cs typeface="Calibri"/>
              <a:sym typeface="Calibri"/>
            </a:endParaRPr>
          </a:p>
        </p:txBody>
      </p:sp>
      <p:sp>
        <p:nvSpPr>
          <p:cNvPr id="1052" name="Google Shape;1052;p83"/>
          <p:cNvSpPr txBox="1"/>
          <p:nvPr/>
        </p:nvSpPr>
        <p:spPr>
          <a:xfrm>
            <a:off x="3628050" y="2571750"/>
            <a:ext cx="1887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rgbClr val="FF0000"/>
                </a:solidFill>
                <a:latin typeface="Calibri"/>
                <a:ea typeface="Calibri"/>
                <a:cs typeface="Calibri"/>
                <a:sym typeface="Calibri"/>
              </a:rPr>
              <a:t>Catégorisation</a:t>
            </a:r>
            <a:endParaRPr b="1">
              <a:solidFill>
                <a:srgbClr val="FF0000"/>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84"/>
          <p:cNvSpPr/>
          <p:nvPr/>
        </p:nvSpPr>
        <p:spPr>
          <a:xfrm>
            <a:off x="3714725" y="3608450"/>
            <a:ext cx="3663600" cy="1223400"/>
          </a:xfrm>
          <a:prstGeom prst="roundRect">
            <a:avLst>
              <a:gd fmla="val 16667" name="adj"/>
            </a:avLst>
          </a:prstGeom>
          <a:noFill/>
          <a:ln cap="flat" cmpd="sng" w="19050">
            <a:solidFill>
              <a:srgbClr val="0000FF"/>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84"/>
          <p:cNvSpPr/>
          <p:nvPr/>
        </p:nvSpPr>
        <p:spPr>
          <a:xfrm>
            <a:off x="3714725" y="2341925"/>
            <a:ext cx="3663600" cy="1223400"/>
          </a:xfrm>
          <a:prstGeom prst="roundRect">
            <a:avLst>
              <a:gd fmla="val 16667" name="adj"/>
            </a:avLst>
          </a:prstGeom>
          <a:noFill/>
          <a:ln cap="flat" cmpd="sng" w="19050">
            <a:solidFill>
              <a:srgbClr val="FF99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84"/>
          <p:cNvSpPr/>
          <p:nvPr/>
        </p:nvSpPr>
        <p:spPr>
          <a:xfrm>
            <a:off x="1597075" y="1596500"/>
            <a:ext cx="1704300" cy="25206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fr" sz="1300"/>
              <a:t>Données RH</a:t>
            </a:r>
            <a:endParaRPr sz="1300"/>
          </a:p>
        </p:txBody>
      </p:sp>
      <p:sp>
        <p:nvSpPr>
          <p:cNvPr id="1060" name="Google Shape;1060;p84"/>
          <p:cNvSpPr txBox="1"/>
          <p:nvPr>
            <p:ph type="title"/>
          </p:nvPr>
        </p:nvSpPr>
        <p:spPr>
          <a:xfrm>
            <a:off x="209550" y="2360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processus liés aux données</a:t>
            </a:r>
            <a:endParaRPr/>
          </a:p>
        </p:txBody>
      </p:sp>
      <p:sp>
        <p:nvSpPr>
          <p:cNvPr id="1061" name="Google Shape;1061;p84"/>
          <p:cNvSpPr/>
          <p:nvPr/>
        </p:nvSpPr>
        <p:spPr>
          <a:xfrm>
            <a:off x="3153450" y="890000"/>
            <a:ext cx="2837100" cy="469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Collecte et gestion des données</a:t>
            </a:r>
            <a:endParaRPr/>
          </a:p>
        </p:txBody>
      </p:sp>
      <p:sp>
        <p:nvSpPr>
          <p:cNvPr id="1062" name="Google Shape;1062;p84"/>
          <p:cNvSpPr/>
          <p:nvPr/>
        </p:nvSpPr>
        <p:spPr>
          <a:xfrm>
            <a:off x="285750" y="2898175"/>
            <a:ext cx="762600" cy="46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“Data”</a:t>
            </a:r>
            <a:endParaRPr/>
          </a:p>
        </p:txBody>
      </p:sp>
      <p:sp>
        <p:nvSpPr>
          <p:cNvPr id="1063" name="Google Shape;1063;p84"/>
          <p:cNvSpPr/>
          <p:nvPr/>
        </p:nvSpPr>
        <p:spPr>
          <a:xfrm>
            <a:off x="1745125" y="2270650"/>
            <a:ext cx="1408200" cy="37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Données de paie</a:t>
            </a:r>
            <a:endParaRPr sz="1300"/>
          </a:p>
        </p:txBody>
      </p:sp>
      <p:sp>
        <p:nvSpPr>
          <p:cNvPr id="1064" name="Google Shape;1064;p84"/>
          <p:cNvSpPr/>
          <p:nvPr/>
        </p:nvSpPr>
        <p:spPr>
          <a:xfrm>
            <a:off x="1745250" y="2729200"/>
            <a:ext cx="1408200" cy="37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Données du personnel</a:t>
            </a:r>
            <a:endParaRPr sz="1300"/>
          </a:p>
        </p:txBody>
      </p:sp>
      <p:sp>
        <p:nvSpPr>
          <p:cNvPr id="1065" name="Google Shape;1065;p84"/>
          <p:cNvSpPr/>
          <p:nvPr/>
        </p:nvSpPr>
        <p:spPr>
          <a:xfrm>
            <a:off x="1745225" y="3187750"/>
            <a:ext cx="1408200" cy="37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Taux de satisfaction</a:t>
            </a:r>
            <a:endParaRPr sz="1300"/>
          </a:p>
        </p:txBody>
      </p:sp>
      <p:sp>
        <p:nvSpPr>
          <p:cNvPr id="1066" name="Google Shape;1066;p84"/>
          <p:cNvSpPr/>
          <p:nvPr/>
        </p:nvSpPr>
        <p:spPr>
          <a:xfrm>
            <a:off x="1745250" y="3646300"/>
            <a:ext cx="1408200" cy="37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CA / collaborateur</a:t>
            </a:r>
            <a:endParaRPr sz="1300"/>
          </a:p>
        </p:txBody>
      </p:sp>
      <p:sp>
        <p:nvSpPr>
          <p:cNvPr id="1067" name="Google Shape;1067;p84"/>
          <p:cNvSpPr/>
          <p:nvPr/>
        </p:nvSpPr>
        <p:spPr>
          <a:xfrm>
            <a:off x="4036688" y="1812300"/>
            <a:ext cx="1185000" cy="3348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Structuration</a:t>
            </a:r>
            <a:endParaRPr sz="1300"/>
          </a:p>
        </p:txBody>
      </p:sp>
      <p:sp>
        <p:nvSpPr>
          <p:cNvPr id="1068" name="Google Shape;1068;p84"/>
          <p:cNvSpPr/>
          <p:nvPr/>
        </p:nvSpPr>
        <p:spPr>
          <a:xfrm>
            <a:off x="5569225" y="1812300"/>
            <a:ext cx="1084800" cy="3348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Stockage</a:t>
            </a:r>
            <a:endParaRPr sz="1300"/>
          </a:p>
        </p:txBody>
      </p:sp>
      <p:sp>
        <p:nvSpPr>
          <p:cNvPr id="1069" name="Google Shape;1069;p84"/>
          <p:cNvSpPr/>
          <p:nvPr/>
        </p:nvSpPr>
        <p:spPr>
          <a:xfrm>
            <a:off x="5463625" y="2449813"/>
            <a:ext cx="1296000" cy="3348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Traitement</a:t>
            </a:r>
            <a:endParaRPr sz="1300"/>
          </a:p>
        </p:txBody>
      </p:sp>
      <p:sp>
        <p:nvSpPr>
          <p:cNvPr id="1070" name="Google Shape;1070;p84"/>
          <p:cNvSpPr/>
          <p:nvPr/>
        </p:nvSpPr>
        <p:spPr>
          <a:xfrm>
            <a:off x="5029575" y="3087338"/>
            <a:ext cx="550800" cy="3348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KPI</a:t>
            </a:r>
            <a:endParaRPr sz="1300"/>
          </a:p>
        </p:txBody>
      </p:sp>
      <p:sp>
        <p:nvSpPr>
          <p:cNvPr id="1071" name="Google Shape;1071;p84"/>
          <p:cNvSpPr/>
          <p:nvPr/>
        </p:nvSpPr>
        <p:spPr>
          <a:xfrm>
            <a:off x="4862825" y="3927550"/>
            <a:ext cx="2449200" cy="46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Prise de décision</a:t>
            </a:r>
            <a:endParaRPr sz="1300"/>
          </a:p>
        </p:txBody>
      </p:sp>
      <p:cxnSp>
        <p:nvCxnSpPr>
          <p:cNvPr id="1072" name="Google Shape;1072;p84"/>
          <p:cNvCxnSpPr>
            <a:stCxn id="1062" idx="3"/>
            <a:endCxn id="1063" idx="1"/>
          </p:cNvCxnSpPr>
          <p:nvPr/>
        </p:nvCxnSpPr>
        <p:spPr>
          <a:xfrm flipH="1" rot="10800000">
            <a:off x="1048350" y="2459425"/>
            <a:ext cx="696900" cy="673500"/>
          </a:xfrm>
          <a:prstGeom prst="curvedConnector3">
            <a:avLst>
              <a:gd fmla="val 49991" name="adj1"/>
            </a:avLst>
          </a:prstGeom>
          <a:noFill/>
          <a:ln cap="flat" cmpd="sng" w="9525">
            <a:solidFill>
              <a:schemeClr val="dk2"/>
            </a:solidFill>
            <a:prstDash val="solid"/>
            <a:round/>
            <a:headEnd len="med" w="med" type="none"/>
            <a:tailEnd len="med" w="med" type="stealth"/>
          </a:ln>
        </p:spPr>
      </p:cxnSp>
      <p:cxnSp>
        <p:nvCxnSpPr>
          <p:cNvPr id="1073" name="Google Shape;1073;p84"/>
          <p:cNvCxnSpPr>
            <a:stCxn id="1062" idx="3"/>
            <a:endCxn id="1064" idx="1"/>
          </p:cNvCxnSpPr>
          <p:nvPr/>
        </p:nvCxnSpPr>
        <p:spPr>
          <a:xfrm flipH="1" rot="10800000">
            <a:off x="1048350" y="2918125"/>
            <a:ext cx="696900" cy="214800"/>
          </a:xfrm>
          <a:prstGeom prst="curvedConnector3">
            <a:avLst>
              <a:gd fmla="val 50000" name="adj1"/>
            </a:avLst>
          </a:prstGeom>
          <a:noFill/>
          <a:ln cap="flat" cmpd="sng" w="9525">
            <a:solidFill>
              <a:schemeClr val="dk2"/>
            </a:solidFill>
            <a:prstDash val="solid"/>
            <a:round/>
            <a:headEnd len="med" w="med" type="none"/>
            <a:tailEnd len="med" w="med" type="stealth"/>
          </a:ln>
        </p:spPr>
      </p:cxnSp>
      <p:cxnSp>
        <p:nvCxnSpPr>
          <p:cNvPr id="1074" name="Google Shape;1074;p84"/>
          <p:cNvCxnSpPr>
            <a:stCxn id="1062" idx="3"/>
            <a:endCxn id="1065" idx="1"/>
          </p:cNvCxnSpPr>
          <p:nvPr/>
        </p:nvCxnSpPr>
        <p:spPr>
          <a:xfrm>
            <a:off x="1048350" y="3132925"/>
            <a:ext cx="696900" cy="243600"/>
          </a:xfrm>
          <a:prstGeom prst="curvedConnector3">
            <a:avLst>
              <a:gd fmla="val 49998" name="adj1"/>
            </a:avLst>
          </a:prstGeom>
          <a:noFill/>
          <a:ln cap="flat" cmpd="sng" w="9525">
            <a:solidFill>
              <a:schemeClr val="dk2"/>
            </a:solidFill>
            <a:prstDash val="solid"/>
            <a:round/>
            <a:headEnd len="med" w="med" type="none"/>
            <a:tailEnd len="med" w="med" type="stealth"/>
          </a:ln>
        </p:spPr>
      </p:cxnSp>
      <p:cxnSp>
        <p:nvCxnSpPr>
          <p:cNvPr id="1075" name="Google Shape;1075;p84"/>
          <p:cNvCxnSpPr>
            <a:stCxn id="1062" idx="3"/>
            <a:endCxn id="1066" idx="1"/>
          </p:cNvCxnSpPr>
          <p:nvPr/>
        </p:nvCxnSpPr>
        <p:spPr>
          <a:xfrm>
            <a:off x="1048350" y="3132925"/>
            <a:ext cx="696900" cy="702300"/>
          </a:xfrm>
          <a:prstGeom prst="curvedConnector3">
            <a:avLst>
              <a:gd fmla="val 50000" name="adj1"/>
            </a:avLst>
          </a:prstGeom>
          <a:noFill/>
          <a:ln cap="flat" cmpd="sng" w="9525">
            <a:solidFill>
              <a:schemeClr val="dk2"/>
            </a:solidFill>
            <a:prstDash val="solid"/>
            <a:round/>
            <a:headEnd len="med" w="med" type="none"/>
            <a:tailEnd len="med" w="med" type="stealth"/>
          </a:ln>
        </p:spPr>
      </p:cxnSp>
      <p:cxnSp>
        <p:nvCxnSpPr>
          <p:cNvPr id="1076" name="Google Shape;1076;p84"/>
          <p:cNvCxnSpPr>
            <a:stCxn id="1063" idx="3"/>
            <a:endCxn id="1067" idx="2"/>
          </p:cNvCxnSpPr>
          <p:nvPr/>
        </p:nvCxnSpPr>
        <p:spPr>
          <a:xfrm flipH="1" rot="10800000">
            <a:off x="3153325" y="1979800"/>
            <a:ext cx="883500" cy="479700"/>
          </a:xfrm>
          <a:prstGeom prst="curvedConnector3">
            <a:avLst>
              <a:gd fmla="val 49992" name="adj1"/>
            </a:avLst>
          </a:prstGeom>
          <a:noFill/>
          <a:ln cap="flat" cmpd="sng" w="9525">
            <a:solidFill>
              <a:schemeClr val="dk2"/>
            </a:solidFill>
            <a:prstDash val="solid"/>
            <a:round/>
            <a:headEnd len="med" w="med" type="none"/>
            <a:tailEnd len="med" w="med" type="stealth"/>
          </a:ln>
        </p:spPr>
      </p:cxnSp>
      <p:cxnSp>
        <p:nvCxnSpPr>
          <p:cNvPr id="1077" name="Google Shape;1077;p84"/>
          <p:cNvCxnSpPr>
            <a:stCxn id="1064" idx="3"/>
            <a:endCxn id="1067" idx="2"/>
          </p:cNvCxnSpPr>
          <p:nvPr/>
        </p:nvCxnSpPr>
        <p:spPr>
          <a:xfrm flipH="1" rot="10800000">
            <a:off x="3153450" y="1979650"/>
            <a:ext cx="883200" cy="938400"/>
          </a:xfrm>
          <a:prstGeom prst="curvedConnector3">
            <a:avLst>
              <a:gd fmla="val 50002" name="adj1"/>
            </a:avLst>
          </a:prstGeom>
          <a:noFill/>
          <a:ln cap="flat" cmpd="sng" w="9525">
            <a:solidFill>
              <a:schemeClr val="dk2"/>
            </a:solidFill>
            <a:prstDash val="solid"/>
            <a:round/>
            <a:headEnd len="med" w="med" type="none"/>
            <a:tailEnd len="med" w="med" type="stealth"/>
          </a:ln>
        </p:spPr>
      </p:cxnSp>
      <p:cxnSp>
        <p:nvCxnSpPr>
          <p:cNvPr id="1078" name="Google Shape;1078;p84"/>
          <p:cNvCxnSpPr>
            <a:stCxn id="1065" idx="3"/>
            <a:endCxn id="1067" idx="2"/>
          </p:cNvCxnSpPr>
          <p:nvPr/>
        </p:nvCxnSpPr>
        <p:spPr>
          <a:xfrm flipH="1" rot="10800000">
            <a:off x="3153425" y="1979800"/>
            <a:ext cx="883200" cy="1396800"/>
          </a:xfrm>
          <a:prstGeom prst="curvedConnector3">
            <a:avLst>
              <a:gd fmla="val 50004" name="adj1"/>
            </a:avLst>
          </a:prstGeom>
          <a:noFill/>
          <a:ln cap="flat" cmpd="sng" w="9525">
            <a:solidFill>
              <a:schemeClr val="dk2"/>
            </a:solidFill>
            <a:prstDash val="solid"/>
            <a:round/>
            <a:headEnd len="med" w="med" type="none"/>
            <a:tailEnd len="med" w="med" type="stealth"/>
          </a:ln>
        </p:spPr>
      </p:cxnSp>
      <p:cxnSp>
        <p:nvCxnSpPr>
          <p:cNvPr id="1079" name="Google Shape;1079;p84"/>
          <p:cNvCxnSpPr>
            <a:stCxn id="1066" idx="3"/>
            <a:endCxn id="1067" idx="2"/>
          </p:cNvCxnSpPr>
          <p:nvPr/>
        </p:nvCxnSpPr>
        <p:spPr>
          <a:xfrm flipH="1" rot="10800000">
            <a:off x="3153450" y="1979650"/>
            <a:ext cx="883200" cy="1855500"/>
          </a:xfrm>
          <a:prstGeom prst="curvedConnector3">
            <a:avLst>
              <a:gd fmla="val 50002" name="adj1"/>
            </a:avLst>
          </a:prstGeom>
          <a:noFill/>
          <a:ln cap="flat" cmpd="sng" w="9525">
            <a:solidFill>
              <a:schemeClr val="dk2"/>
            </a:solidFill>
            <a:prstDash val="solid"/>
            <a:round/>
            <a:headEnd len="med" w="med" type="none"/>
            <a:tailEnd len="med" w="med" type="stealth"/>
          </a:ln>
        </p:spPr>
      </p:cxnSp>
      <p:cxnSp>
        <p:nvCxnSpPr>
          <p:cNvPr id="1080" name="Google Shape;1080;p84"/>
          <p:cNvCxnSpPr>
            <a:stCxn id="1067" idx="0"/>
            <a:endCxn id="1068" idx="2"/>
          </p:cNvCxnSpPr>
          <p:nvPr/>
        </p:nvCxnSpPr>
        <p:spPr>
          <a:xfrm>
            <a:off x="5221688" y="1979700"/>
            <a:ext cx="347400" cy="0"/>
          </a:xfrm>
          <a:prstGeom prst="straightConnector1">
            <a:avLst/>
          </a:prstGeom>
          <a:noFill/>
          <a:ln cap="flat" cmpd="sng" w="9525">
            <a:solidFill>
              <a:schemeClr val="dk2"/>
            </a:solidFill>
            <a:prstDash val="solid"/>
            <a:round/>
            <a:headEnd len="med" w="med" type="none"/>
            <a:tailEnd len="med" w="med" type="triangle"/>
          </a:ln>
        </p:spPr>
      </p:cxnSp>
      <p:cxnSp>
        <p:nvCxnSpPr>
          <p:cNvPr id="1081" name="Google Shape;1081;p84"/>
          <p:cNvCxnSpPr>
            <a:stCxn id="1068" idx="1"/>
            <a:endCxn id="1069" idx="3"/>
          </p:cNvCxnSpPr>
          <p:nvPr/>
        </p:nvCxnSpPr>
        <p:spPr>
          <a:xfrm>
            <a:off x="6111625" y="2147100"/>
            <a:ext cx="0" cy="302700"/>
          </a:xfrm>
          <a:prstGeom prst="straightConnector1">
            <a:avLst/>
          </a:prstGeom>
          <a:noFill/>
          <a:ln cap="flat" cmpd="sng" w="9525">
            <a:solidFill>
              <a:schemeClr val="dk2"/>
            </a:solidFill>
            <a:prstDash val="solid"/>
            <a:round/>
            <a:headEnd len="med" w="med" type="none"/>
            <a:tailEnd len="med" w="med" type="triangle"/>
          </a:ln>
        </p:spPr>
      </p:cxnSp>
      <p:sp>
        <p:nvSpPr>
          <p:cNvPr id="1082" name="Google Shape;1082;p84"/>
          <p:cNvSpPr/>
          <p:nvPr/>
        </p:nvSpPr>
        <p:spPr>
          <a:xfrm>
            <a:off x="5836225" y="3087338"/>
            <a:ext cx="550800" cy="3348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KPI</a:t>
            </a:r>
            <a:endParaRPr sz="1300"/>
          </a:p>
        </p:txBody>
      </p:sp>
      <p:sp>
        <p:nvSpPr>
          <p:cNvPr id="1083" name="Google Shape;1083;p84"/>
          <p:cNvSpPr/>
          <p:nvPr/>
        </p:nvSpPr>
        <p:spPr>
          <a:xfrm>
            <a:off x="6642875" y="3087338"/>
            <a:ext cx="550800" cy="3348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KPI</a:t>
            </a:r>
            <a:endParaRPr sz="1300"/>
          </a:p>
        </p:txBody>
      </p:sp>
      <p:sp>
        <p:nvSpPr>
          <p:cNvPr id="1084" name="Google Shape;1084;p84"/>
          <p:cNvSpPr/>
          <p:nvPr/>
        </p:nvSpPr>
        <p:spPr>
          <a:xfrm>
            <a:off x="3714750" y="1415688"/>
            <a:ext cx="3663600" cy="883200"/>
          </a:xfrm>
          <a:prstGeom prst="roundRect">
            <a:avLst>
              <a:gd fmla="val 16667" name="adj"/>
            </a:avLst>
          </a:prstGeom>
          <a:noFill/>
          <a:ln cap="flat" cmpd="sng" w="19050">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85" name="Google Shape;1085;p84"/>
          <p:cNvCxnSpPr>
            <a:stCxn id="1069" idx="1"/>
            <a:endCxn id="1070" idx="0"/>
          </p:cNvCxnSpPr>
          <p:nvPr/>
        </p:nvCxnSpPr>
        <p:spPr>
          <a:xfrm flipH="1">
            <a:off x="5304925" y="2784613"/>
            <a:ext cx="806700" cy="302700"/>
          </a:xfrm>
          <a:prstGeom prst="straightConnector1">
            <a:avLst/>
          </a:prstGeom>
          <a:noFill/>
          <a:ln cap="flat" cmpd="sng" w="9525">
            <a:solidFill>
              <a:schemeClr val="dk2"/>
            </a:solidFill>
            <a:prstDash val="solid"/>
            <a:round/>
            <a:headEnd len="med" w="med" type="none"/>
            <a:tailEnd len="med" w="med" type="triangle"/>
          </a:ln>
        </p:spPr>
      </p:cxnSp>
      <p:cxnSp>
        <p:nvCxnSpPr>
          <p:cNvPr id="1086" name="Google Shape;1086;p84"/>
          <p:cNvCxnSpPr>
            <a:stCxn id="1069" idx="1"/>
            <a:endCxn id="1082" idx="0"/>
          </p:cNvCxnSpPr>
          <p:nvPr/>
        </p:nvCxnSpPr>
        <p:spPr>
          <a:xfrm>
            <a:off x="6111625" y="2784613"/>
            <a:ext cx="0" cy="302700"/>
          </a:xfrm>
          <a:prstGeom prst="straightConnector1">
            <a:avLst/>
          </a:prstGeom>
          <a:noFill/>
          <a:ln cap="flat" cmpd="sng" w="9525">
            <a:solidFill>
              <a:schemeClr val="dk2"/>
            </a:solidFill>
            <a:prstDash val="solid"/>
            <a:round/>
            <a:headEnd len="med" w="med" type="none"/>
            <a:tailEnd len="med" w="med" type="triangle"/>
          </a:ln>
        </p:spPr>
      </p:cxnSp>
      <p:cxnSp>
        <p:nvCxnSpPr>
          <p:cNvPr id="1087" name="Google Shape;1087;p84"/>
          <p:cNvCxnSpPr>
            <a:stCxn id="1069" idx="1"/>
            <a:endCxn id="1083" idx="0"/>
          </p:cNvCxnSpPr>
          <p:nvPr/>
        </p:nvCxnSpPr>
        <p:spPr>
          <a:xfrm>
            <a:off x="6111625" y="2784613"/>
            <a:ext cx="806700" cy="302700"/>
          </a:xfrm>
          <a:prstGeom prst="straightConnector1">
            <a:avLst/>
          </a:prstGeom>
          <a:noFill/>
          <a:ln cap="flat" cmpd="sng" w="9525">
            <a:solidFill>
              <a:schemeClr val="dk2"/>
            </a:solidFill>
            <a:prstDash val="solid"/>
            <a:round/>
            <a:headEnd len="med" w="med" type="none"/>
            <a:tailEnd len="med" w="med" type="triangle"/>
          </a:ln>
        </p:spPr>
      </p:cxnSp>
      <p:cxnSp>
        <p:nvCxnSpPr>
          <p:cNvPr id="1088" name="Google Shape;1088;p84"/>
          <p:cNvCxnSpPr>
            <a:endCxn id="1071" idx="1"/>
          </p:cNvCxnSpPr>
          <p:nvPr/>
        </p:nvCxnSpPr>
        <p:spPr>
          <a:xfrm flipH="1">
            <a:off x="4862825" y="3422200"/>
            <a:ext cx="1246500" cy="740100"/>
          </a:xfrm>
          <a:prstGeom prst="curvedConnector3">
            <a:avLst>
              <a:gd fmla="val 119103" name="adj1"/>
            </a:avLst>
          </a:prstGeom>
          <a:noFill/>
          <a:ln cap="flat" cmpd="sng" w="9525">
            <a:solidFill>
              <a:schemeClr val="dk2"/>
            </a:solidFill>
            <a:prstDash val="solid"/>
            <a:round/>
            <a:headEnd len="med" w="med" type="none"/>
            <a:tailEnd len="med" w="med" type="triangle"/>
          </a:ln>
        </p:spPr>
      </p:cxnSp>
      <p:sp>
        <p:nvSpPr>
          <p:cNvPr id="1089" name="Google Shape;1089;p84"/>
          <p:cNvSpPr txBox="1"/>
          <p:nvPr/>
        </p:nvSpPr>
        <p:spPr>
          <a:xfrm>
            <a:off x="3622877" y="1324568"/>
            <a:ext cx="156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rgbClr val="FF0000"/>
                </a:solidFill>
                <a:latin typeface="Calibri"/>
                <a:ea typeface="Calibri"/>
                <a:cs typeface="Calibri"/>
                <a:sym typeface="Calibri"/>
              </a:rPr>
              <a:t>Organisationnel</a:t>
            </a:r>
            <a:endParaRPr b="1">
              <a:solidFill>
                <a:srgbClr val="FF0000"/>
              </a:solidFill>
              <a:latin typeface="Calibri"/>
              <a:ea typeface="Calibri"/>
              <a:cs typeface="Calibri"/>
              <a:sym typeface="Calibri"/>
            </a:endParaRPr>
          </a:p>
        </p:txBody>
      </p:sp>
      <p:sp>
        <p:nvSpPr>
          <p:cNvPr id="1090" name="Google Shape;1090;p84"/>
          <p:cNvSpPr txBox="1"/>
          <p:nvPr/>
        </p:nvSpPr>
        <p:spPr>
          <a:xfrm>
            <a:off x="3432129" y="2253252"/>
            <a:ext cx="156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rgbClr val="FF9900"/>
                </a:solidFill>
                <a:latin typeface="Calibri"/>
                <a:ea typeface="Calibri"/>
                <a:cs typeface="Calibri"/>
                <a:sym typeface="Calibri"/>
              </a:rPr>
              <a:t>Analytique</a:t>
            </a:r>
            <a:endParaRPr b="1">
              <a:solidFill>
                <a:srgbClr val="FF9900"/>
              </a:solidFill>
              <a:latin typeface="Calibri"/>
              <a:ea typeface="Calibri"/>
              <a:cs typeface="Calibri"/>
              <a:sym typeface="Calibri"/>
            </a:endParaRPr>
          </a:p>
        </p:txBody>
      </p:sp>
      <p:sp>
        <p:nvSpPr>
          <p:cNvPr id="1091" name="Google Shape;1091;p84"/>
          <p:cNvSpPr txBox="1"/>
          <p:nvPr/>
        </p:nvSpPr>
        <p:spPr>
          <a:xfrm>
            <a:off x="3660474" y="3537555"/>
            <a:ext cx="1296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solidFill>
                  <a:srgbClr val="4A86E8"/>
                </a:solidFill>
                <a:latin typeface="Calibri"/>
                <a:ea typeface="Calibri"/>
                <a:cs typeface="Calibri"/>
                <a:sym typeface="Calibri"/>
              </a:rPr>
              <a:t>Décisionnel</a:t>
            </a:r>
            <a:endParaRPr b="1">
              <a:solidFill>
                <a:srgbClr val="4A86E8"/>
              </a:solidFill>
              <a:latin typeface="Calibri"/>
              <a:ea typeface="Calibri"/>
              <a:cs typeface="Calibri"/>
              <a:sym typeface="Calibri"/>
            </a:endParaRPr>
          </a:p>
        </p:txBody>
      </p:sp>
      <p:sp>
        <p:nvSpPr>
          <p:cNvPr id="1092" name="Google Shape;1092;p84"/>
          <p:cNvSpPr/>
          <p:nvPr/>
        </p:nvSpPr>
        <p:spPr>
          <a:xfrm>
            <a:off x="7511150" y="1359500"/>
            <a:ext cx="204000" cy="34725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84"/>
          <p:cNvSpPr txBox="1"/>
          <p:nvPr/>
        </p:nvSpPr>
        <p:spPr>
          <a:xfrm>
            <a:off x="7715250" y="2895650"/>
            <a:ext cx="100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a:latin typeface="Calibri"/>
                <a:ea typeface="Calibri"/>
                <a:cs typeface="Calibri"/>
                <a:sym typeface="Calibri"/>
              </a:rPr>
              <a:t>Processus</a:t>
            </a:r>
            <a:endParaRPr b="1">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85"/>
          <p:cNvSpPr txBox="1"/>
          <p:nvPr>
            <p:ph type="title"/>
          </p:nvPr>
        </p:nvSpPr>
        <p:spPr>
          <a:xfrm>
            <a:off x="346775" y="3732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L’analyse de données</a:t>
            </a:r>
            <a:endParaRPr/>
          </a:p>
        </p:txBody>
      </p:sp>
      <p:pic>
        <p:nvPicPr>
          <p:cNvPr id="1099" name="Google Shape;1099;p85"/>
          <p:cNvPicPr preferRelativeResize="0"/>
          <p:nvPr/>
        </p:nvPicPr>
        <p:blipFill rotWithShape="1">
          <a:blip r:embed="rId3">
            <a:alphaModFix/>
          </a:blip>
          <a:srcRect b="0" l="0" r="0" t="0"/>
          <a:stretch/>
        </p:blipFill>
        <p:spPr>
          <a:xfrm>
            <a:off x="4014300" y="1080475"/>
            <a:ext cx="3344301" cy="3510850"/>
          </a:xfrm>
          <a:prstGeom prst="rect">
            <a:avLst/>
          </a:prstGeom>
          <a:noFill/>
          <a:ln>
            <a:noFill/>
          </a:ln>
        </p:spPr>
      </p:pic>
      <p:sp>
        <p:nvSpPr>
          <p:cNvPr id="1100" name="Google Shape;1100;p85"/>
          <p:cNvSpPr/>
          <p:nvPr/>
        </p:nvSpPr>
        <p:spPr>
          <a:xfrm>
            <a:off x="1356675" y="2337000"/>
            <a:ext cx="2449200" cy="46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Prise de décision</a:t>
            </a:r>
            <a:endParaRPr sz="13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86"/>
          <p:cNvSpPr txBox="1"/>
          <p:nvPr>
            <p:ph type="title"/>
          </p:nvPr>
        </p:nvSpPr>
        <p:spPr>
          <a:xfrm>
            <a:off x="209550" y="2360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Définition et rôle des SI Industriels</a:t>
            </a:r>
            <a:endParaRPr/>
          </a:p>
        </p:txBody>
      </p:sp>
      <p:sp>
        <p:nvSpPr>
          <p:cNvPr id="1106" name="Google Shape;1106;p86"/>
          <p:cNvSpPr/>
          <p:nvPr/>
        </p:nvSpPr>
        <p:spPr>
          <a:xfrm>
            <a:off x="3153450" y="883850"/>
            <a:ext cx="2837100" cy="4695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Coordination et communication</a:t>
            </a:r>
            <a:endParaRPr/>
          </a:p>
        </p:txBody>
      </p:sp>
      <p:sp>
        <p:nvSpPr>
          <p:cNvPr id="1107" name="Google Shape;1107;p86"/>
          <p:cNvSpPr/>
          <p:nvPr/>
        </p:nvSpPr>
        <p:spPr>
          <a:xfrm>
            <a:off x="2990100" y="1888050"/>
            <a:ext cx="3163800" cy="1367400"/>
          </a:xfrm>
          <a:prstGeom prst="roundRect">
            <a:avLst>
              <a:gd fmla="val 16667" name="adj"/>
            </a:avLst>
          </a:prstGeom>
          <a:noFill/>
          <a:ln cap="flat" cmpd="sng" w="19050">
            <a:solidFill>
              <a:srgbClr val="0000FF"/>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86"/>
          <p:cNvSpPr txBox="1"/>
          <p:nvPr/>
        </p:nvSpPr>
        <p:spPr>
          <a:xfrm>
            <a:off x="3379678" y="1543915"/>
            <a:ext cx="2508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1600">
                <a:solidFill>
                  <a:schemeClr val="accent6"/>
                </a:solidFill>
                <a:latin typeface="Calibri"/>
                <a:ea typeface="Calibri"/>
                <a:cs typeface="Calibri"/>
                <a:sym typeface="Calibri"/>
              </a:rPr>
              <a:t>Système d’Information</a:t>
            </a:r>
            <a:endParaRPr b="1" sz="1600">
              <a:solidFill>
                <a:schemeClr val="accent6"/>
              </a:solidFill>
              <a:latin typeface="Calibri"/>
              <a:ea typeface="Calibri"/>
              <a:cs typeface="Calibri"/>
              <a:sym typeface="Calibri"/>
            </a:endParaRPr>
          </a:p>
        </p:txBody>
      </p:sp>
      <p:sp>
        <p:nvSpPr>
          <p:cNvPr id="1109" name="Google Shape;1109;p86"/>
          <p:cNvSpPr/>
          <p:nvPr/>
        </p:nvSpPr>
        <p:spPr>
          <a:xfrm>
            <a:off x="918475" y="2356200"/>
            <a:ext cx="1479900" cy="431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Production</a:t>
            </a:r>
            <a:endParaRPr/>
          </a:p>
        </p:txBody>
      </p:sp>
      <p:sp>
        <p:nvSpPr>
          <p:cNvPr id="1110" name="Google Shape;1110;p86"/>
          <p:cNvSpPr/>
          <p:nvPr/>
        </p:nvSpPr>
        <p:spPr>
          <a:xfrm>
            <a:off x="6745625" y="2356200"/>
            <a:ext cx="1479900" cy="431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Business</a:t>
            </a:r>
            <a:endParaRPr/>
          </a:p>
        </p:txBody>
      </p:sp>
      <p:sp>
        <p:nvSpPr>
          <p:cNvPr id="1111" name="Google Shape;1111;p86"/>
          <p:cNvSpPr/>
          <p:nvPr/>
        </p:nvSpPr>
        <p:spPr>
          <a:xfrm>
            <a:off x="918475" y="3691750"/>
            <a:ext cx="1479900" cy="431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Logistique</a:t>
            </a:r>
            <a:endParaRPr/>
          </a:p>
        </p:txBody>
      </p:sp>
      <p:sp>
        <p:nvSpPr>
          <p:cNvPr id="1112" name="Google Shape;1112;p86"/>
          <p:cNvSpPr/>
          <p:nvPr/>
        </p:nvSpPr>
        <p:spPr>
          <a:xfrm>
            <a:off x="3832050" y="3691750"/>
            <a:ext cx="1479900" cy="431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Vente</a:t>
            </a:r>
            <a:endParaRPr/>
          </a:p>
        </p:txBody>
      </p:sp>
      <p:cxnSp>
        <p:nvCxnSpPr>
          <p:cNvPr id="1113" name="Google Shape;1113;p86"/>
          <p:cNvCxnSpPr>
            <a:stCxn id="1109" idx="3"/>
            <a:endCxn id="1107" idx="1"/>
          </p:cNvCxnSpPr>
          <p:nvPr/>
        </p:nvCxnSpPr>
        <p:spPr>
          <a:xfrm>
            <a:off x="2398375" y="2571750"/>
            <a:ext cx="591600" cy="0"/>
          </a:xfrm>
          <a:prstGeom prst="straightConnector1">
            <a:avLst/>
          </a:prstGeom>
          <a:noFill/>
          <a:ln cap="flat" cmpd="sng" w="9525">
            <a:solidFill>
              <a:schemeClr val="dk2"/>
            </a:solidFill>
            <a:prstDash val="solid"/>
            <a:round/>
            <a:headEnd len="med" w="med" type="triangle"/>
            <a:tailEnd len="med" w="med" type="triangle"/>
          </a:ln>
        </p:spPr>
      </p:cxnSp>
      <p:cxnSp>
        <p:nvCxnSpPr>
          <p:cNvPr id="1114" name="Google Shape;1114;p86"/>
          <p:cNvCxnSpPr>
            <a:stCxn id="1112" idx="0"/>
            <a:endCxn id="1107" idx="2"/>
          </p:cNvCxnSpPr>
          <p:nvPr/>
        </p:nvCxnSpPr>
        <p:spPr>
          <a:xfrm rot="10800000">
            <a:off x="4572000" y="3255550"/>
            <a:ext cx="0" cy="436200"/>
          </a:xfrm>
          <a:prstGeom prst="straightConnector1">
            <a:avLst/>
          </a:prstGeom>
          <a:noFill/>
          <a:ln cap="flat" cmpd="sng" w="9525">
            <a:solidFill>
              <a:schemeClr val="dk2"/>
            </a:solidFill>
            <a:prstDash val="solid"/>
            <a:round/>
            <a:headEnd len="med" w="med" type="triangle"/>
            <a:tailEnd len="med" w="med" type="triangle"/>
          </a:ln>
        </p:spPr>
      </p:cxnSp>
      <p:cxnSp>
        <p:nvCxnSpPr>
          <p:cNvPr id="1115" name="Google Shape;1115;p86"/>
          <p:cNvCxnSpPr>
            <a:stCxn id="1110" idx="1"/>
            <a:endCxn id="1107" idx="3"/>
          </p:cNvCxnSpPr>
          <p:nvPr/>
        </p:nvCxnSpPr>
        <p:spPr>
          <a:xfrm rot="10800000">
            <a:off x="6154025" y="2571750"/>
            <a:ext cx="591600" cy="0"/>
          </a:xfrm>
          <a:prstGeom prst="straightConnector1">
            <a:avLst/>
          </a:prstGeom>
          <a:noFill/>
          <a:ln cap="flat" cmpd="sng" w="9525">
            <a:solidFill>
              <a:schemeClr val="dk2"/>
            </a:solidFill>
            <a:prstDash val="solid"/>
            <a:round/>
            <a:headEnd len="med" w="med" type="triangle"/>
            <a:tailEnd len="med" w="med" type="triangle"/>
          </a:ln>
        </p:spPr>
      </p:cxnSp>
      <p:cxnSp>
        <p:nvCxnSpPr>
          <p:cNvPr id="1116" name="Google Shape;1116;p86"/>
          <p:cNvCxnSpPr>
            <a:stCxn id="1111" idx="3"/>
          </p:cNvCxnSpPr>
          <p:nvPr/>
        </p:nvCxnSpPr>
        <p:spPr>
          <a:xfrm flipH="1" rot="10800000">
            <a:off x="2398375" y="3245200"/>
            <a:ext cx="704100" cy="662100"/>
          </a:xfrm>
          <a:prstGeom prst="straightConnector1">
            <a:avLst/>
          </a:prstGeom>
          <a:noFill/>
          <a:ln cap="flat" cmpd="sng" w="9525">
            <a:solidFill>
              <a:schemeClr val="dk2"/>
            </a:solidFill>
            <a:prstDash val="solid"/>
            <a:round/>
            <a:headEnd len="med" w="med" type="triangle"/>
            <a:tailEnd len="med" w="med" type="triangle"/>
          </a:ln>
        </p:spPr>
      </p:cxnSp>
      <p:sp>
        <p:nvSpPr>
          <p:cNvPr id="1117" name="Google Shape;1117;p86"/>
          <p:cNvSpPr/>
          <p:nvPr/>
        </p:nvSpPr>
        <p:spPr>
          <a:xfrm>
            <a:off x="3398375" y="2337025"/>
            <a:ext cx="2382900" cy="436200"/>
          </a:xfrm>
          <a:prstGeom prst="roundRect">
            <a:avLst>
              <a:gd fmla="val 16667" name="adj"/>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Données communes</a:t>
            </a:r>
            <a:endParaRPr/>
          </a:p>
        </p:txBody>
      </p:sp>
      <p:sp>
        <p:nvSpPr>
          <p:cNvPr id="1118" name="Google Shape;1118;p86"/>
          <p:cNvSpPr/>
          <p:nvPr/>
        </p:nvSpPr>
        <p:spPr>
          <a:xfrm>
            <a:off x="6745625" y="3691750"/>
            <a:ext cx="1479900" cy="431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RH</a:t>
            </a:r>
            <a:endParaRPr/>
          </a:p>
        </p:txBody>
      </p:sp>
      <p:cxnSp>
        <p:nvCxnSpPr>
          <p:cNvPr id="1119" name="Google Shape;1119;p86"/>
          <p:cNvCxnSpPr>
            <a:stCxn id="1118" idx="0"/>
          </p:cNvCxnSpPr>
          <p:nvPr/>
        </p:nvCxnSpPr>
        <p:spPr>
          <a:xfrm rot="10800000">
            <a:off x="6121475" y="3199450"/>
            <a:ext cx="1364100" cy="492300"/>
          </a:xfrm>
          <a:prstGeom prst="straightConnector1">
            <a:avLst/>
          </a:prstGeom>
          <a:noFill/>
          <a:ln cap="flat" cmpd="sng" w="9525">
            <a:solidFill>
              <a:schemeClr val="dk2"/>
            </a:solidFill>
            <a:prstDash val="solid"/>
            <a:round/>
            <a:headEnd len="med" w="med" type="triangle"/>
            <a:tailEnd len="med" w="med" type="triangl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8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types de données</a:t>
            </a:r>
            <a:endParaRPr/>
          </a:p>
        </p:txBody>
      </p:sp>
      <p:sp>
        <p:nvSpPr>
          <p:cNvPr id="1125" name="Google Shape;1125;p87"/>
          <p:cNvSpPr/>
          <p:nvPr/>
        </p:nvSpPr>
        <p:spPr>
          <a:xfrm>
            <a:off x="519100" y="1585950"/>
            <a:ext cx="3753000" cy="13305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a:solidFill>
                  <a:schemeClr val="dk1"/>
                </a:solidFill>
                <a:latin typeface="Calibri"/>
                <a:ea typeface="Calibri"/>
                <a:cs typeface="Calibri"/>
                <a:sym typeface="Calibri"/>
              </a:rPr>
              <a:t>Données Quantitatives</a:t>
            </a:r>
            <a:endParaRPr b="1">
              <a:solidFill>
                <a:schemeClr val="dk1"/>
              </a:solidFill>
              <a:latin typeface="Calibri"/>
              <a:ea typeface="Calibri"/>
              <a:cs typeface="Calibri"/>
              <a:sym typeface="Calibri"/>
            </a:endParaRPr>
          </a:p>
          <a:p>
            <a:pPr indent="0" lvl="0" marL="0" rtl="0" algn="ctr">
              <a:spcBef>
                <a:spcPts val="0"/>
              </a:spcBef>
              <a:spcAft>
                <a:spcPts val="0"/>
              </a:spcAft>
              <a:buNone/>
            </a:pPr>
            <a:r>
              <a:t/>
            </a:r>
            <a:endParaRPr>
              <a:solidFill>
                <a:schemeClr val="dk1"/>
              </a:solidFill>
              <a:latin typeface="Calibri"/>
              <a:ea typeface="Calibri"/>
              <a:cs typeface="Calibri"/>
              <a:sym typeface="Calibri"/>
            </a:endParaRPr>
          </a:p>
          <a:p>
            <a:pPr indent="0" lvl="0" marL="0" rtl="0" algn="ctr">
              <a:spcBef>
                <a:spcPts val="0"/>
              </a:spcBef>
              <a:spcAft>
                <a:spcPts val="0"/>
              </a:spcAft>
              <a:buNone/>
            </a:pPr>
            <a:r>
              <a:rPr lang="fr">
                <a:solidFill>
                  <a:schemeClr val="dk1"/>
                </a:solidFill>
                <a:latin typeface="Calibri"/>
                <a:ea typeface="Calibri"/>
                <a:cs typeface="Calibri"/>
                <a:sym typeface="Calibri"/>
              </a:rPr>
              <a:t>Ces données peuvent être mesurées et exprimées en chiffre.</a:t>
            </a:r>
            <a:endParaRPr>
              <a:solidFill>
                <a:schemeClr val="dk1"/>
              </a:solidFill>
              <a:latin typeface="Calibri"/>
              <a:ea typeface="Calibri"/>
              <a:cs typeface="Calibri"/>
              <a:sym typeface="Calibri"/>
            </a:endParaRPr>
          </a:p>
          <a:p>
            <a:pPr indent="0" lvl="0" marL="0" rtl="0" algn="ctr">
              <a:spcBef>
                <a:spcPts val="0"/>
              </a:spcBef>
              <a:spcAft>
                <a:spcPts val="0"/>
              </a:spcAft>
              <a:buNone/>
            </a:pPr>
            <a:r>
              <a:t/>
            </a:r>
            <a:endParaRPr>
              <a:solidFill>
                <a:schemeClr val="dk1"/>
              </a:solidFill>
              <a:latin typeface="Calibri"/>
              <a:ea typeface="Calibri"/>
              <a:cs typeface="Calibri"/>
              <a:sym typeface="Calibri"/>
            </a:endParaRPr>
          </a:p>
          <a:p>
            <a:pPr indent="0" lvl="0" marL="0" rtl="0" algn="ctr">
              <a:spcBef>
                <a:spcPts val="0"/>
              </a:spcBef>
              <a:spcAft>
                <a:spcPts val="0"/>
              </a:spcAft>
              <a:buNone/>
            </a:pPr>
            <a:r>
              <a:rPr i="1" lang="fr" sz="1300">
                <a:solidFill>
                  <a:schemeClr val="dk1"/>
                </a:solidFill>
                <a:latin typeface="Calibri"/>
                <a:ea typeface="Calibri"/>
                <a:cs typeface="Calibri"/>
                <a:sym typeface="Calibri"/>
              </a:rPr>
              <a:t>Revenus, chiffres, âges…</a:t>
            </a:r>
            <a:endParaRPr i="1" sz="1300">
              <a:solidFill>
                <a:schemeClr val="dk1"/>
              </a:solidFill>
              <a:latin typeface="Calibri"/>
              <a:ea typeface="Calibri"/>
              <a:cs typeface="Calibri"/>
              <a:sym typeface="Calibri"/>
            </a:endParaRPr>
          </a:p>
        </p:txBody>
      </p:sp>
      <p:sp>
        <p:nvSpPr>
          <p:cNvPr id="1126" name="Google Shape;1126;p87"/>
          <p:cNvSpPr/>
          <p:nvPr/>
        </p:nvSpPr>
        <p:spPr>
          <a:xfrm>
            <a:off x="4734875" y="1585950"/>
            <a:ext cx="3753000" cy="13305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a:solidFill>
                  <a:schemeClr val="dk1"/>
                </a:solidFill>
                <a:latin typeface="Calibri"/>
                <a:ea typeface="Calibri"/>
                <a:cs typeface="Calibri"/>
                <a:sym typeface="Calibri"/>
              </a:rPr>
              <a:t>Données Qualitatives</a:t>
            </a:r>
            <a:endParaRPr b="1">
              <a:solidFill>
                <a:schemeClr val="dk1"/>
              </a:solidFill>
              <a:latin typeface="Calibri"/>
              <a:ea typeface="Calibri"/>
              <a:cs typeface="Calibri"/>
              <a:sym typeface="Calibri"/>
            </a:endParaRPr>
          </a:p>
          <a:p>
            <a:pPr indent="0" lvl="0" marL="0" rtl="0" algn="ctr">
              <a:spcBef>
                <a:spcPts val="0"/>
              </a:spcBef>
              <a:spcAft>
                <a:spcPts val="0"/>
              </a:spcAft>
              <a:buNone/>
            </a:pPr>
            <a:r>
              <a:t/>
            </a:r>
            <a:endParaRPr>
              <a:solidFill>
                <a:schemeClr val="dk1"/>
              </a:solidFill>
              <a:latin typeface="Calibri"/>
              <a:ea typeface="Calibri"/>
              <a:cs typeface="Calibri"/>
              <a:sym typeface="Calibri"/>
            </a:endParaRPr>
          </a:p>
          <a:p>
            <a:pPr indent="0" lvl="0" marL="0" rtl="0" algn="ctr">
              <a:spcBef>
                <a:spcPts val="0"/>
              </a:spcBef>
              <a:spcAft>
                <a:spcPts val="0"/>
              </a:spcAft>
              <a:buNone/>
            </a:pPr>
            <a:r>
              <a:rPr lang="fr">
                <a:solidFill>
                  <a:schemeClr val="dk1"/>
                </a:solidFill>
                <a:latin typeface="Calibri"/>
                <a:ea typeface="Calibri"/>
                <a:cs typeface="Calibri"/>
                <a:sym typeface="Calibri"/>
              </a:rPr>
              <a:t>Ces données décrivent des caractéristiques qui ne peuvent pas être mesurées. </a:t>
            </a:r>
            <a:endParaRPr>
              <a:solidFill>
                <a:schemeClr val="dk1"/>
              </a:solidFill>
              <a:latin typeface="Calibri"/>
              <a:ea typeface="Calibri"/>
              <a:cs typeface="Calibri"/>
              <a:sym typeface="Calibri"/>
            </a:endParaRPr>
          </a:p>
          <a:p>
            <a:pPr indent="0" lvl="0" marL="0" rtl="0" algn="ctr">
              <a:spcBef>
                <a:spcPts val="0"/>
              </a:spcBef>
              <a:spcAft>
                <a:spcPts val="0"/>
              </a:spcAft>
              <a:buNone/>
            </a:pPr>
            <a:r>
              <a:t/>
            </a:r>
            <a:endParaRPr>
              <a:solidFill>
                <a:schemeClr val="dk1"/>
              </a:solidFill>
              <a:latin typeface="Calibri"/>
              <a:ea typeface="Calibri"/>
              <a:cs typeface="Calibri"/>
              <a:sym typeface="Calibri"/>
            </a:endParaRPr>
          </a:p>
          <a:p>
            <a:pPr indent="0" lvl="0" marL="0" rtl="0" algn="ctr">
              <a:spcBef>
                <a:spcPts val="0"/>
              </a:spcBef>
              <a:spcAft>
                <a:spcPts val="0"/>
              </a:spcAft>
              <a:buNone/>
            </a:pPr>
            <a:r>
              <a:rPr i="1" lang="fr" sz="1300">
                <a:solidFill>
                  <a:schemeClr val="dk1"/>
                </a:solidFill>
                <a:latin typeface="Calibri"/>
                <a:ea typeface="Calibri"/>
                <a:cs typeface="Calibri"/>
                <a:sym typeface="Calibri"/>
              </a:rPr>
              <a:t>Genre, statut matrimonial, préférences…</a:t>
            </a:r>
            <a:endParaRPr i="1" sz="1300">
              <a:solidFill>
                <a:schemeClr val="dk1"/>
              </a:solidFill>
              <a:latin typeface="Calibri"/>
              <a:ea typeface="Calibri"/>
              <a:cs typeface="Calibri"/>
              <a:sym typeface="Calibri"/>
            </a:endParaRPr>
          </a:p>
        </p:txBody>
      </p:sp>
      <p:sp>
        <p:nvSpPr>
          <p:cNvPr id="1127" name="Google Shape;1127;p87"/>
          <p:cNvSpPr/>
          <p:nvPr/>
        </p:nvSpPr>
        <p:spPr>
          <a:xfrm>
            <a:off x="519100" y="3247100"/>
            <a:ext cx="3753000" cy="1330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a:solidFill>
                  <a:schemeClr val="dk1"/>
                </a:solidFill>
                <a:latin typeface="Calibri"/>
                <a:ea typeface="Calibri"/>
                <a:cs typeface="Calibri"/>
                <a:sym typeface="Calibri"/>
              </a:rPr>
              <a:t>Données Catégorielles</a:t>
            </a:r>
            <a:endParaRPr b="1">
              <a:solidFill>
                <a:schemeClr val="dk1"/>
              </a:solidFill>
              <a:latin typeface="Calibri"/>
              <a:ea typeface="Calibri"/>
              <a:cs typeface="Calibri"/>
              <a:sym typeface="Calibri"/>
            </a:endParaRPr>
          </a:p>
          <a:p>
            <a:pPr indent="0" lvl="0" marL="0" rtl="0" algn="ctr">
              <a:spcBef>
                <a:spcPts val="0"/>
              </a:spcBef>
              <a:spcAft>
                <a:spcPts val="0"/>
              </a:spcAft>
              <a:buNone/>
            </a:pPr>
            <a:r>
              <a:t/>
            </a:r>
            <a:endParaRPr>
              <a:solidFill>
                <a:schemeClr val="dk1"/>
              </a:solidFill>
              <a:latin typeface="Calibri"/>
              <a:ea typeface="Calibri"/>
              <a:cs typeface="Calibri"/>
              <a:sym typeface="Calibri"/>
            </a:endParaRPr>
          </a:p>
          <a:p>
            <a:pPr indent="0" lvl="0" marL="0" rtl="0" algn="ctr">
              <a:spcBef>
                <a:spcPts val="0"/>
              </a:spcBef>
              <a:spcAft>
                <a:spcPts val="0"/>
              </a:spcAft>
              <a:buNone/>
            </a:pPr>
            <a:r>
              <a:rPr lang="fr">
                <a:solidFill>
                  <a:schemeClr val="dk1"/>
                </a:solidFill>
                <a:latin typeface="Calibri"/>
                <a:ea typeface="Calibri"/>
                <a:cs typeface="Calibri"/>
                <a:sym typeface="Calibri"/>
              </a:rPr>
              <a:t>Ces données sont organisées en catégories, souvent par couleur ou symbole</a:t>
            </a:r>
            <a:endParaRPr>
              <a:solidFill>
                <a:schemeClr val="dk1"/>
              </a:solidFill>
              <a:latin typeface="Calibri"/>
              <a:ea typeface="Calibri"/>
              <a:cs typeface="Calibri"/>
              <a:sym typeface="Calibri"/>
            </a:endParaRPr>
          </a:p>
          <a:p>
            <a:pPr indent="0" lvl="0" marL="0" rtl="0" algn="ctr">
              <a:spcBef>
                <a:spcPts val="0"/>
              </a:spcBef>
              <a:spcAft>
                <a:spcPts val="0"/>
              </a:spcAft>
              <a:buNone/>
            </a:pPr>
            <a:r>
              <a:t/>
            </a:r>
            <a:endParaRPr>
              <a:solidFill>
                <a:schemeClr val="dk1"/>
              </a:solidFill>
              <a:latin typeface="Calibri"/>
              <a:ea typeface="Calibri"/>
              <a:cs typeface="Calibri"/>
              <a:sym typeface="Calibri"/>
            </a:endParaRPr>
          </a:p>
          <a:p>
            <a:pPr indent="0" lvl="0" marL="0" rtl="0" algn="ctr">
              <a:spcBef>
                <a:spcPts val="0"/>
              </a:spcBef>
              <a:spcAft>
                <a:spcPts val="0"/>
              </a:spcAft>
              <a:buNone/>
            </a:pPr>
            <a:r>
              <a:rPr i="1" lang="fr" sz="1300">
                <a:solidFill>
                  <a:schemeClr val="dk1"/>
                </a:solidFill>
                <a:latin typeface="Calibri"/>
                <a:ea typeface="Calibri"/>
                <a:cs typeface="Calibri"/>
                <a:sym typeface="Calibri"/>
              </a:rPr>
              <a:t>Classement par couleur, symboles…</a:t>
            </a:r>
            <a:endParaRPr i="1" sz="1300">
              <a:solidFill>
                <a:schemeClr val="dk1"/>
              </a:solidFill>
              <a:latin typeface="Calibri"/>
              <a:ea typeface="Calibri"/>
              <a:cs typeface="Calibri"/>
              <a:sym typeface="Calibri"/>
            </a:endParaRPr>
          </a:p>
        </p:txBody>
      </p:sp>
      <p:sp>
        <p:nvSpPr>
          <p:cNvPr id="1128" name="Google Shape;1128;p87"/>
          <p:cNvSpPr/>
          <p:nvPr/>
        </p:nvSpPr>
        <p:spPr>
          <a:xfrm>
            <a:off x="4734875" y="3247100"/>
            <a:ext cx="3753000" cy="13305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a:solidFill>
                  <a:schemeClr val="dk1"/>
                </a:solidFill>
                <a:latin typeface="Calibri"/>
                <a:ea typeface="Calibri"/>
                <a:cs typeface="Calibri"/>
                <a:sym typeface="Calibri"/>
              </a:rPr>
              <a:t>Données Textuelles</a:t>
            </a:r>
            <a:endParaRPr b="1">
              <a:solidFill>
                <a:schemeClr val="dk1"/>
              </a:solidFill>
              <a:latin typeface="Calibri"/>
              <a:ea typeface="Calibri"/>
              <a:cs typeface="Calibri"/>
              <a:sym typeface="Calibri"/>
            </a:endParaRPr>
          </a:p>
          <a:p>
            <a:pPr indent="0" lvl="0" marL="0" rtl="0" algn="ctr">
              <a:spcBef>
                <a:spcPts val="0"/>
              </a:spcBef>
              <a:spcAft>
                <a:spcPts val="0"/>
              </a:spcAft>
              <a:buNone/>
            </a:pPr>
            <a:r>
              <a:t/>
            </a:r>
            <a:endParaRPr>
              <a:solidFill>
                <a:schemeClr val="dk1"/>
              </a:solidFill>
              <a:latin typeface="Calibri"/>
              <a:ea typeface="Calibri"/>
              <a:cs typeface="Calibri"/>
              <a:sym typeface="Calibri"/>
            </a:endParaRPr>
          </a:p>
          <a:p>
            <a:pPr indent="0" lvl="0" marL="0" rtl="0" algn="ctr">
              <a:spcBef>
                <a:spcPts val="0"/>
              </a:spcBef>
              <a:spcAft>
                <a:spcPts val="0"/>
              </a:spcAft>
              <a:buNone/>
            </a:pPr>
            <a:r>
              <a:rPr lang="fr">
                <a:solidFill>
                  <a:schemeClr val="dk1"/>
                </a:solidFill>
                <a:latin typeface="Calibri"/>
                <a:ea typeface="Calibri"/>
                <a:cs typeface="Calibri"/>
                <a:sym typeface="Calibri"/>
              </a:rPr>
              <a:t>Ces données sont composées de phrases, paragraphes ou textes entiers.</a:t>
            </a:r>
            <a:endParaRPr>
              <a:solidFill>
                <a:schemeClr val="dk1"/>
              </a:solidFill>
              <a:latin typeface="Calibri"/>
              <a:ea typeface="Calibri"/>
              <a:cs typeface="Calibri"/>
              <a:sym typeface="Calibri"/>
            </a:endParaRPr>
          </a:p>
          <a:p>
            <a:pPr indent="0" lvl="0" marL="0" rtl="0" algn="ctr">
              <a:spcBef>
                <a:spcPts val="0"/>
              </a:spcBef>
              <a:spcAft>
                <a:spcPts val="0"/>
              </a:spcAft>
              <a:buNone/>
            </a:pPr>
            <a:r>
              <a:t/>
            </a:r>
            <a:endParaRPr>
              <a:solidFill>
                <a:schemeClr val="dk1"/>
              </a:solidFill>
              <a:latin typeface="Calibri"/>
              <a:ea typeface="Calibri"/>
              <a:cs typeface="Calibri"/>
              <a:sym typeface="Calibri"/>
            </a:endParaRPr>
          </a:p>
          <a:p>
            <a:pPr indent="0" lvl="0" marL="0" rtl="0" algn="ctr">
              <a:spcBef>
                <a:spcPts val="0"/>
              </a:spcBef>
              <a:spcAft>
                <a:spcPts val="0"/>
              </a:spcAft>
              <a:buNone/>
            </a:pPr>
            <a:r>
              <a:rPr i="1" lang="fr" sz="1300">
                <a:solidFill>
                  <a:schemeClr val="dk1"/>
                </a:solidFill>
                <a:latin typeface="Calibri"/>
                <a:ea typeface="Calibri"/>
                <a:cs typeface="Calibri"/>
                <a:sym typeface="Calibri"/>
              </a:rPr>
              <a:t>Commentaires, critiques, articles de journaux…</a:t>
            </a:r>
            <a:endParaRPr i="1" sz="13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8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 cycle de vie de la donnée</a:t>
            </a:r>
            <a:endParaRPr/>
          </a:p>
        </p:txBody>
      </p:sp>
      <p:sp>
        <p:nvSpPr>
          <p:cNvPr id="1134" name="Google Shape;1134;p88"/>
          <p:cNvSpPr/>
          <p:nvPr/>
        </p:nvSpPr>
        <p:spPr>
          <a:xfrm>
            <a:off x="768163" y="2735050"/>
            <a:ext cx="1137900" cy="500100"/>
          </a:xfrm>
          <a:prstGeom prst="homePlate">
            <a:avLst>
              <a:gd fmla="val 50000"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Ingestion</a:t>
            </a:r>
            <a:endParaRPr>
              <a:latin typeface="Lato"/>
              <a:ea typeface="Lato"/>
              <a:cs typeface="Lato"/>
              <a:sym typeface="Lato"/>
            </a:endParaRPr>
          </a:p>
        </p:txBody>
      </p:sp>
      <p:sp>
        <p:nvSpPr>
          <p:cNvPr id="1135" name="Google Shape;1135;p88"/>
          <p:cNvSpPr/>
          <p:nvPr/>
        </p:nvSpPr>
        <p:spPr>
          <a:xfrm>
            <a:off x="1757363" y="2255350"/>
            <a:ext cx="1800000" cy="479700"/>
          </a:xfrm>
          <a:prstGeom prst="chevron">
            <a:avLst>
              <a:gd fmla="val 50000"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Organisation</a:t>
            </a:r>
            <a:endParaRPr>
              <a:latin typeface="Lato"/>
              <a:ea typeface="Lato"/>
              <a:cs typeface="Lato"/>
              <a:sym typeface="Lato"/>
            </a:endParaRPr>
          </a:p>
        </p:txBody>
      </p:sp>
      <p:sp>
        <p:nvSpPr>
          <p:cNvPr id="1136" name="Google Shape;1136;p88"/>
          <p:cNvSpPr/>
          <p:nvPr/>
        </p:nvSpPr>
        <p:spPr>
          <a:xfrm>
            <a:off x="1757363" y="3235150"/>
            <a:ext cx="1800000" cy="479700"/>
          </a:xfrm>
          <a:prstGeom prst="chevron">
            <a:avLst>
              <a:gd fmla="val 50000"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Processing</a:t>
            </a:r>
            <a:endParaRPr>
              <a:latin typeface="Lato"/>
              <a:ea typeface="Lato"/>
              <a:cs typeface="Lato"/>
              <a:sym typeface="Lato"/>
            </a:endParaRPr>
          </a:p>
        </p:txBody>
      </p:sp>
      <p:sp>
        <p:nvSpPr>
          <p:cNvPr id="1137" name="Google Shape;1137;p88"/>
          <p:cNvSpPr/>
          <p:nvPr/>
        </p:nvSpPr>
        <p:spPr>
          <a:xfrm>
            <a:off x="3330438" y="2745250"/>
            <a:ext cx="1757700" cy="479700"/>
          </a:xfrm>
          <a:prstGeom prst="chevron">
            <a:avLst>
              <a:gd fmla="val 50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Visualisation</a:t>
            </a:r>
            <a:endParaRPr>
              <a:latin typeface="Lato"/>
              <a:ea typeface="Lato"/>
              <a:cs typeface="Lato"/>
              <a:sym typeface="Lato"/>
            </a:endParaRPr>
          </a:p>
        </p:txBody>
      </p:sp>
      <p:sp>
        <p:nvSpPr>
          <p:cNvPr id="1138" name="Google Shape;1138;p88"/>
          <p:cNvSpPr/>
          <p:nvPr/>
        </p:nvSpPr>
        <p:spPr>
          <a:xfrm>
            <a:off x="4875138" y="2745250"/>
            <a:ext cx="1800000" cy="479700"/>
          </a:xfrm>
          <a:prstGeom prst="chevron">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Prise de décision</a:t>
            </a:r>
            <a:endParaRPr>
              <a:latin typeface="Lato"/>
              <a:ea typeface="Lato"/>
              <a:cs typeface="Lato"/>
              <a:sym typeface="Lato"/>
            </a:endParaRPr>
          </a:p>
        </p:txBody>
      </p:sp>
      <p:sp>
        <p:nvSpPr>
          <p:cNvPr id="1139" name="Google Shape;1139;p88"/>
          <p:cNvSpPr/>
          <p:nvPr/>
        </p:nvSpPr>
        <p:spPr>
          <a:xfrm>
            <a:off x="6575838" y="2255350"/>
            <a:ext cx="1800000" cy="479700"/>
          </a:xfrm>
          <a:prstGeom prst="chevron">
            <a:avLst>
              <a:gd fmla="val 50000"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Archivage</a:t>
            </a:r>
            <a:endParaRPr>
              <a:latin typeface="Lato"/>
              <a:ea typeface="Lato"/>
              <a:cs typeface="Lato"/>
              <a:sym typeface="Lato"/>
            </a:endParaRPr>
          </a:p>
        </p:txBody>
      </p:sp>
      <p:sp>
        <p:nvSpPr>
          <p:cNvPr id="1140" name="Google Shape;1140;p88"/>
          <p:cNvSpPr/>
          <p:nvPr/>
        </p:nvSpPr>
        <p:spPr>
          <a:xfrm>
            <a:off x="6575838" y="3235150"/>
            <a:ext cx="1800000" cy="479700"/>
          </a:xfrm>
          <a:prstGeom prst="chevron">
            <a:avLst>
              <a:gd fmla="val 50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Destruction</a:t>
            </a:r>
            <a:endParaRPr>
              <a:latin typeface="Lato"/>
              <a:ea typeface="Lato"/>
              <a:cs typeface="Lato"/>
              <a:sym typeface="La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89"/>
          <p:cNvSpPr txBox="1"/>
          <p:nvPr>
            <p:ph type="title"/>
          </p:nvPr>
        </p:nvSpPr>
        <p:spPr>
          <a:xfrm>
            <a:off x="329300" y="408225"/>
            <a:ext cx="8268600" cy="103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sources de données et leur transformation</a:t>
            </a:r>
            <a:endParaRPr/>
          </a:p>
        </p:txBody>
      </p:sp>
      <p:sp>
        <p:nvSpPr>
          <p:cNvPr id="1146" name="Google Shape;1146;p89"/>
          <p:cNvSpPr/>
          <p:nvPr/>
        </p:nvSpPr>
        <p:spPr>
          <a:xfrm>
            <a:off x="362700" y="1047625"/>
            <a:ext cx="8311500" cy="46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Sources de données </a:t>
            </a:r>
            <a:endParaRPr>
              <a:latin typeface="Calibri"/>
              <a:ea typeface="Calibri"/>
              <a:cs typeface="Calibri"/>
              <a:sym typeface="Calibri"/>
            </a:endParaRPr>
          </a:p>
        </p:txBody>
      </p:sp>
      <p:sp>
        <p:nvSpPr>
          <p:cNvPr id="1147" name="Google Shape;1147;p89"/>
          <p:cNvSpPr/>
          <p:nvPr/>
        </p:nvSpPr>
        <p:spPr>
          <a:xfrm>
            <a:off x="362700" y="1630575"/>
            <a:ext cx="2743200" cy="46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Primaire</a:t>
            </a:r>
            <a:endParaRPr>
              <a:latin typeface="Calibri"/>
              <a:ea typeface="Calibri"/>
              <a:cs typeface="Calibri"/>
              <a:sym typeface="Calibri"/>
            </a:endParaRPr>
          </a:p>
        </p:txBody>
      </p:sp>
      <p:sp>
        <p:nvSpPr>
          <p:cNvPr id="1148" name="Google Shape;1148;p89"/>
          <p:cNvSpPr/>
          <p:nvPr/>
        </p:nvSpPr>
        <p:spPr>
          <a:xfrm>
            <a:off x="3146850" y="1630575"/>
            <a:ext cx="2743200" cy="46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Secondaire</a:t>
            </a:r>
            <a:endParaRPr>
              <a:latin typeface="Calibri"/>
              <a:ea typeface="Calibri"/>
              <a:cs typeface="Calibri"/>
              <a:sym typeface="Calibri"/>
            </a:endParaRPr>
          </a:p>
        </p:txBody>
      </p:sp>
      <p:sp>
        <p:nvSpPr>
          <p:cNvPr id="1149" name="Google Shape;1149;p89"/>
          <p:cNvSpPr/>
          <p:nvPr/>
        </p:nvSpPr>
        <p:spPr>
          <a:xfrm>
            <a:off x="5931000" y="1630575"/>
            <a:ext cx="2743200" cy="46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Calibri"/>
                <a:ea typeface="Calibri"/>
                <a:cs typeface="Calibri"/>
                <a:sym typeface="Calibri"/>
              </a:rPr>
              <a:t>Tertiaire</a:t>
            </a:r>
            <a:endParaRPr>
              <a:latin typeface="Calibri"/>
              <a:ea typeface="Calibri"/>
              <a:cs typeface="Calibri"/>
              <a:sym typeface="Calibri"/>
            </a:endParaRPr>
          </a:p>
        </p:txBody>
      </p:sp>
      <p:sp>
        <p:nvSpPr>
          <p:cNvPr id="1150" name="Google Shape;1150;p89"/>
          <p:cNvSpPr/>
          <p:nvPr/>
        </p:nvSpPr>
        <p:spPr>
          <a:xfrm>
            <a:off x="2134425" y="2291613"/>
            <a:ext cx="625800" cy="360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Raw Data</a:t>
            </a:r>
            <a:endParaRPr sz="1200">
              <a:latin typeface="Calibri"/>
              <a:ea typeface="Calibri"/>
              <a:cs typeface="Calibri"/>
              <a:sym typeface="Calibri"/>
            </a:endParaRPr>
          </a:p>
        </p:txBody>
      </p:sp>
      <p:sp>
        <p:nvSpPr>
          <p:cNvPr id="1151" name="Google Shape;1151;p89"/>
          <p:cNvSpPr/>
          <p:nvPr/>
        </p:nvSpPr>
        <p:spPr>
          <a:xfrm>
            <a:off x="384150" y="3347000"/>
            <a:ext cx="625800" cy="360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Raw Data</a:t>
            </a:r>
            <a:endParaRPr sz="1200">
              <a:latin typeface="Calibri"/>
              <a:ea typeface="Calibri"/>
              <a:cs typeface="Calibri"/>
              <a:sym typeface="Calibri"/>
            </a:endParaRPr>
          </a:p>
        </p:txBody>
      </p:sp>
      <p:sp>
        <p:nvSpPr>
          <p:cNvPr id="1152" name="Google Shape;1152;p89"/>
          <p:cNvSpPr/>
          <p:nvPr/>
        </p:nvSpPr>
        <p:spPr>
          <a:xfrm>
            <a:off x="2138263" y="3701310"/>
            <a:ext cx="625800" cy="360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Raw Data</a:t>
            </a:r>
            <a:endParaRPr sz="1200">
              <a:latin typeface="Calibri"/>
              <a:ea typeface="Calibri"/>
              <a:cs typeface="Calibri"/>
              <a:sym typeface="Calibri"/>
            </a:endParaRPr>
          </a:p>
        </p:txBody>
      </p:sp>
      <p:sp>
        <p:nvSpPr>
          <p:cNvPr id="1153" name="Google Shape;1153;p89"/>
          <p:cNvSpPr/>
          <p:nvPr/>
        </p:nvSpPr>
        <p:spPr>
          <a:xfrm>
            <a:off x="766650" y="3948000"/>
            <a:ext cx="625800" cy="360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Raw Data</a:t>
            </a:r>
            <a:endParaRPr sz="1200">
              <a:latin typeface="Calibri"/>
              <a:ea typeface="Calibri"/>
              <a:cs typeface="Calibri"/>
              <a:sym typeface="Calibri"/>
            </a:endParaRPr>
          </a:p>
        </p:txBody>
      </p:sp>
      <p:sp>
        <p:nvSpPr>
          <p:cNvPr id="1154" name="Google Shape;1154;p89"/>
          <p:cNvSpPr/>
          <p:nvPr/>
        </p:nvSpPr>
        <p:spPr>
          <a:xfrm>
            <a:off x="979050" y="2349713"/>
            <a:ext cx="625800" cy="360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Raw Data</a:t>
            </a:r>
            <a:endParaRPr sz="1200">
              <a:latin typeface="Calibri"/>
              <a:ea typeface="Calibri"/>
              <a:cs typeface="Calibri"/>
              <a:sym typeface="Calibri"/>
            </a:endParaRPr>
          </a:p>
        </p:txBody>
      </p:sp>
      <p:sp>
        <p:nvSpPr>
          <p:cNvPr id="1155" name="Google Shape;1155;p89"/>
          <p:cNvSpPr/>
          <p:nvPr/>
        </p:nvSpPr>
        <p:spPr>
          <a:xfrm>
            <a:off x="2134425" y="4107075"/>
            <a:ext cx="625800" cy="360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Raw Data</a:t>
            </a:r>
            <a:endParaRPr sz="1200">
              <a:latin typeface="Calibri"/>
              <a:ea typeface="Calibri"/>
              <a:cs typeface="Calibri"/>
              <a:sym typeface="Calibri"/>
            </a:endParaRPr>
          </a:p>
        </p:txBody>
      </p:sp>
      <p:sp>
        <p:nvSpPr>
          <p:cNvPr id="1156" name="Google Shape;1156;p89"/>
          <p:cNvSpPr/>
          <p:nvPr/>
        </p:nvSpPr>
        <p:spPr>
          <a:xfrm>
            <a:off x="2134425" y="2750738"/>
            <a:ext cx="625800" cy="360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Raw Data</a:t>
            </a:r>
            <a:endParaRPr sz="1200">
              <a:latin typeface="Calibri"/>
              <a:ea typeface="Calibri"/>
              <a:cs typeface="Calibri"/>
              <a:sym typeface="Calibri"/>
            </a:endParaRPr>
          </a:p>
        </p:txBody>
      </p:sp>
      <p:sp>
        <p:nvSpPr>
          <p:cNvPr id="1157" name="Google Shape;1157;p89"/>
          <p:cNvSpPr/>
          <p:nvPr/>
        </p:nvSpPr>
        <p:spPr>
          <a:xfrm>
            <a:off x="4012750" y="2487025"/>
            <a:ext cx="857400" cy="404700"/>
          </a:xfrm>
          <a:prstGeom prst="flowChartAlternateProcess">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Processed</a:t>
            </a:r>
            <a:endParaRPr sz="1200">
              <a:latin typeface="Calibri"/>
              <a:ea typeface="Calibri"/>
              <a:cs typeface="Calibri"/>
              <a:sym typeface="Calibri"/>
            </a:endParaRPr>
          </a:p>
          <a:p>
            <a:pPr indent="0" lvl="0" marL="0" rtl="0" algn="ctr">
              <a:spcBef>
                <a:spcPts val="0"/>
              </a:spcBef>
              <a:spcAft>
                <a:spcPts val="0"/>
              </a:spcAft>
              <a:buNone/>
            </a:pPr>
            <a:r>
              <a:rPr lang="fr" sz="1200">
                <a:latin typeface="Calibri"/>
                <a:ea typeface="Calibri"/>
                <a:cs typeface="Calibri"/>
                <a:sym typeface="Calibri"/>
              </a:rPr>
              <a:t>Data</a:t>
            </a:r>
            <a:endParaRPr sz="1200">
              <a:latin typeface="Calibri"/>
              <a:ea typeface="Calibri"/>
              <a:cs typeface="Calibri"/>
              <a:sym typeface="Calibri"/>
            </a:endParaRPr>
          </a:p>
        </p:txBody>
      </p:sp>
      <p:sp>
        <p:nvSpPr>
          <p:cNvPr id="1158" name="Google Shape;1158;p89"/>
          <p:cNvSpPr/>
          <p:nvPr/>
        </p:nvSpPr>
        <p:spPr>
          <a:xfrm>
            <a:off x="6540750" y="2566463"/>
            <a:ext cx="1523700" cy="6276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solidFill>
                  <a:srgbClr val="1B212C"/>
                </a:solidFill>
                <a:latin typeface="Nunito"/>
                <a:ea typeface="Nunito"/>
                <a:cs typeface="Nunito"/>
                <a:sym typeface="Nunito"/>
              </a:rPr>
              <a:t>SynthesizedData</a:t>
            </a:r>
            <a:endParaRPr sz="1200">
              <a:solidFill>
                <a:srgbClr val="1B212C"/>
              </a:solidFill>
              <a:latin typeface="Nunito"/>
              <a:ea typeface="Nunito"/>
              <a:cs typeface="Nunito"/>
              <a:sym typeface="Nunito"/>
            </a:endParaRPr>
          </a:p>
        </p:txBody>
      </p:sp>
      <p:sp>
        <p:nvSpPr>
          <p:cNvPr id="1159" name="Google Shape;1159;p89"/>
          <p:cNvSpPr/>
          <p:nvPr/>
        </p:nvSpPr>
        <p:spPr>
          <a:xfrm>
            <a:off x="4012750" y="3082350"/>
            <a:ext cx="857400" cy="404700"/>
          </a:xfrm>
          <a:prstGeom prst="flowChartAlternateProcess">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Processed</a:t>
            </a:r>
            <a:endParaRPr sz="1200">
              <a:latin typeface="Calibri"/>
              <a:ea typeface="Calibri"/>
              <a:cs typeface="Calibri"/>
              <a:sym typeface="Calibri"/>
            </a:endParaRPr>
          </a:p>
          <a:p>
            <a:pPr indent="0" lvl="0" marL="0" rtl="0" algn="ctr">
              <a:spcBef>
                <a:spcPts val="0"/>
              </a:spcBef>
              <a:spcAft>
                <a:spcPts val="0"/>
              </a:spcAft>
              <a:buNone/>
            </a:pPr>
            <a:r>
              <a:rPr lang="fr" sz="1200">
                <a:latin typeface="Calibri"/>
                <a:ea typeface="Calibri"/>
                <a:cs typeface="Calibri"/>
                <a:sym typeface="Calibri"/>
              </a:rPr>
              <a:t>Data</a:t>
            </a:r>
            <a:endParaRPr sz="1200">
              <a:latin typeface="Calibri"/>
              <a:ea typeface="Calibri"/>
              <a:cs typeface="Calibri"/>
              <a:sym typeface="Calibri"/>
            </a:endParaRPr>
          </a:p>
        </p:txBody>
      </p:sp>
      <p:sp>
        <p:nvSpPr>
          <p:cNvPr id="1160" name="Google Shape;1160;p89"/>
          <p:cNvSpPr/>
          <p:nvPr/>
        </p:nvSpPr>
        <p:spPr>
          <a:xfrm>
            <a:off x="4012750" y="3677675"/>
            <a:ext cx="857400" cy="404700"/>
          </a:xfrm>
          <a:prstGeom prst="flowChartAlternateProcess">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latin typeface="Calibri"/>
                <a:ea typeface="Calibri"/>
                <a:cs typeface="Calibri"/>
                <a:sym typeface="Calibri"/>
              </a:rPr>
              <a:t>Processed</a:t>
            </a:r>
            <a:endParaRPr sz="1200">
              <a:latin typeface="Calibri"/>
              <a:ea typeface="Calibri"/>
              <a:cs typeface="Calibri"/>
              <a:sym typeface="Calibri"/>
            </a:endParaRPr>
          </a:p>
          <a:p>
            <a:pPr indent="0" lvl="0" marL="0" rtl="0" algn="ctr">
              <a:spcBef>
                <a:spcPts val="0"/>
              </a:spcBef>
              <a:spcAft>
                <a:spcPts val="0"/>
              </a:spcAft>
              <a:buNone/>
            </a:pPr>
            <a:r>
              <a:rPr lang="fr" sz="1200">
                <a:latin typeface="Calibri"/>
                <a:ea typeface="Calibri"/>
                <a:cs typeface="Calibri"/>
                <a:sym typeface="Calibri"/>
              </a:rPr>
              <a:t>Data</a:t>
            </a:r>
            <a:endParaRPr sz="1200">
              <a:latin typeface="Calibri"/>
              <a:ea typeface="Calibri"/>
              <a:cs typeface="Calibri"/>
              <a:sym typeface="Calibri"/>
            </a:endParaRPr>
          </a:p>
        </p:txBody>
      </p:sp>
      <p:sp>
        <p:nvSpPr>
          <p:cNvPr id="1161" name="Google Shape;1161;p89"/>
          <p:cNvSpPr txBox="1"/>
          <p:nvPr/>
        </p:nvSpPr>
        <p:spPr>
          <a:xfrm>
            <a:off x="384150" y="4549000"/>
            <a:ext cx="2700300" cy="40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fr" sz="1200">
                <a:latin typeface="Calibri"/>
                <a:ea typeface="Calibri"/>
                <a:cs typeface="Calibri"/>
                <a:sym typeface="Calibri"/>
              </a:rPr>
              <a:t>Questionnaires, echantillons..</a:t>
            </a:r>
            <a:endParaRPr i="1" sz="1200">
              <a:latin typeface="Calibri"/>
              <a:ea typeface="Calibri"/>
              <a:cs typeface="Calibri"/>
              <a:sym typeface="Calibri"/>
            </a:endParaRPr>
          </a:p>
        </p:txBody>
      </p:sp>
      <p:sp>
        <p:nvSpPr>
          <p:cNvPr id="1162" name="Google Shape;1162;p89"/>
          <p:cNvSpPr txBox="1"/>
          <p:nvPr/>
        </p:nvSpPr>
        <p:spPr>
          <a:xfrm>
            <a:off x="3113450" y="4549000"/>
            <a:ext cx="2700300" cy="40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fr" sz="1200">
                <a:latin typeface="Calibri"/>
                <a:ea typeface="Calibri"/>
                <a:cs typeface="Calibri"/>
                <a:sym typeface="Calibri"/>
              </a:rPr>
              <a:t>Publications, rapports annuels..</a:t>
            </a:r>
            <a:endParaRPr i="1" sz="1200">
              <a:latin typeface="Calibri"/>
              <a:ea typeface="Calibri"/>
              <a:cs typeface="Calibri"/>
              <a:sym typeface="Calibri"/>
            </a:endParaRPr>
          </a:p>
        </p:txBody>
      </p:sp>
      <p:sp>
        <p:nvSpPr>
          <p:cNvPr id="1163" name="Google Shape;1163;p89"/>
          <p:cNvSpPr txBox="1"/>
          <p:nvPr/>
        </p:nvSpPr>
        <p:spPr>
          <a:xfrm>
            <a:off x="5973900" y="4549500"/>
            <a:ext cx="2700300" cy="40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fr" sz="1200">
                <a:latin typeface="Calibri"/>
                <a:ea typeface="Calibri"/>
                <a:cs typeface="Calibri"/>
                <a:sym typeface="Calibri"/>
              </a:rPr>
              <a:t>Statistiques gouvernementales, livres…</a:t>
            </a:r>
            <a:endParaRPr i="1" sz="1200">
              <a:latin typeface="Calibri"/>
              <a:ea typeface="Calibri"/>
              <a:cs typeface="Calibri"/>
              <a:sym typeface="Calibri"/>
            </a:endParaRPr>
          </a:p>
        </p:txBody>
      </p:sp>
      <p:sp>
        <p:nvSpPr>
          <p:cNvPr id="1164" name="Google Shape;1164;p89"/>
          <p:cNvSpPr/>
          <p:nvPr/>
        </p:nvSpPr>
        <p:spPr>
          <a:xfrm>
            <a:off x="6540750" y="3448913"/>
            <a:ext cx="1523700" cy="6276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solidFill>
                  <a:srgbClr val="1B212C"/>
                </a:solidFill>
                <a:latin typeface="Nunito"/>
                <a:ea typeface="Nunito"/>
                <a:cs typeface="Nunito"/>
                <a:sym typeface="Nunito"/>
              </a:rPr>
              <a:t>SynthesizedData</a:t>
            </a:r>
            <a:endParaRPr sz="1200">
              <a:solidFill>
                <a:srgbClr val="1B212C"/>
              </a:solidFill>
              <a:latin typeface="Nunito"/>
              <a:ea typeface="Nunito"/>
              <a:cs typeface="Nunito"/>
              <a:sym typeface="Nunito"/>
            </a:endParaRPr>
          </a:p>
        </p:txBody>
      </p:sp>
      <p:cxnSp>
        <p:nvCxnSpPr>
          <p:cNvPr id="1165" name="Google Shape;1165;p89"/>
          <p:cNvCxnSpPr>
            <a:stCxn id="1150" idx="3"/>
            <a:endCxn id="1157" idx="1"/>
          </p:cNvCxnSpPr>
          <p:nvPr/>
        </p:nvCxnSpPr>
        <p:spPr>
          <a:xfrm>
            <a:off x="2760225" y="2471613"/>
            <a:ext cx="1252500" cy="217800"/>
          </a:xfrm>
          <a:prstGeom prst="straightConnector1">
            <a:avLst/>
          </a:prstGeom>
          <a:noFill/>
          <a:ln cap="flat" cmpd="sng" w="19050">
            <a:solidFill>
              <a:srgbClr val="FF0000"/>
            </a:solidFill>
            <a:prstDash val="dashDot"/>
            <a:round/>
            <a:headEnd len="med" w="med" type="none"/>
            <a:tailEnd len="med" w="med" type="triangle"/>
          </a:ln>
        </p:spPr>
      </p:cxnSp>
      <p:cxnSp>
        <p:nvCxnSpPr>
          <p:cNvPr id="1166" name="Google Shape;1166;p89"/>
          <p:cNvCxnSpPr>
            <a:stCxn id="1152" idx="3"/>
            <a:endCxn id="1160" idx="1"/>
          </p:cNvCxnSpPr>
          <p:nvPr/>
        </p:nvCxnSpPr>
        <p:spPr>
          <a:xfrm flipH="1" rot="10800000">
            <a:off x="2764063" y="3880110"/>
            <a:ext cx="1248600" cy="1200"/>
          </a:xfrm>
          <a:prstGeom prst="straightConnector1">
            <a:avLst/>
          </a:prstGeom>
          <a:noFill/>
          <a:ln cap="flat" cmpd="sng" w="19050">
            <a:solidFill>
              <a:srgbClr val="FF0000"/>
            </a:solidFill>
            <a:prstDash val="dashDot"/>
            <a:round/>
            <a:headEnd len="med" w="med" type="none"/>
            <a:tailEnd len="med" w="med" type="triangle"/>
          </a:ln>
        </p:spPr>
      </p:cxnSp>
      <p:cxnSp>
        <p:nvCxnSpPr>
          <p:cNvPr id="1167" name="Google Shape;1167;p89"/>
          <p:cNvCxnSpPr>
            <a:stCxn id="1156" idx="3"/>
            <a:endCxn id="1157" idx="1"/>
          </p:cNvCxnSpPr>
          <p:nvPr/>
        </p:nvCxnSpPr>
        <p:spPr>
          <a:xfrm flipH="1" rot="10800000">
            <a:off x="2760225" y="2689238"/>
            <a:ext cx="1252500" cy="241500"/>
          </a:xfrm>
          <a:prstGeom prst="straightConnector1">
            <a:avLst/>
          </a:prstGeom>
          <a:noFill/>
          <a:ln cap="flat" cmpd="sng" w="19050">
            <a:solidFill>
              <a:srgbClr val="FF0000"/>
            </a:solidFill>
            <a:prstDash val="dashDot"/>
            <a:round/>
            <a:headEnd len="med" w="med" type="none"/>
            <a:tailEnd len="med" w="med" type="triangle"/>
          </a:ln>
        </p:spPr>
      </p:cxnSp>
      <p:cxnSp>
        <p:nvCxnSpPr>
          <p:cNvPr id="1168" name="Google Shape;1168;p89"/>
          <p:cNvCxnSpPr>
            <a:stCxn id="1154" idx="2"/>
            <a:endCxn id="1159" idx="1"/>
          </p:cNvCxnSpPr>
          <p:nvPr/>
        </p:nvCxnSpPr>
        <p:spPr>
          <a:xfrm flipH="1" rot="-5400000">
            <a:off x="2364750" y="1636913"/>
            <a:ext cx="575100" cy="2720700"/>
          </a:xfrm>
          <a:prstGeom prst="bentConnector2">
            <a:avLst/>
          </a:prstGeom>
          <a:noFill/>
          <a:ln cap="flat" cmpd="sng" w="19050">
            <a:solidFill>
              <a:srgbClr val="FF0000"/>
            </a:solidFill>
            <a:prstDash val="dashDot"/>
            <a:round/>
            <a:headEnd len="med" w="med" type="none"/>
            <a:tailEnd len="med" w="med" type="triangle"/>
          </a:ln>
        </p:spPr>
      </p:cxnSp>
      <p:cxnSp>
        <p:nvCxnSpPr>
          <p:cNvPr id="1169" name="Google Shape;1169;p89"/>
          <p:cNvCxnSpPr>
            <a:stCxn id="1157" idx="3"/>
            <a:endCxn id="1164" idx="2"/>
          </p:cNvCxnSpPr>
          <p:nvPr/>
        </p:nvCxnSpPr>
        <p:spPr>
          <a:xfrm>
            <a:off x="4870150" y="2689375"/>
            <a:ext cx="1670700" cy="1073400"/>
          </a:xfrm>
          <a:prstGeom prst="straightConnector1">
            <a:avLst/>
          </a:prstGeom>
          <a:noFill/>
          <a:ln cap="flat" cmpd="sng" w="19050">
            <a:solidFill>
              <a:srgbClr val="FF0000"/>
            </a:solidFill>
            <a:prstDash val="dashDot"/>
            <a:round/>
            <a:headEnd len="med" w="med" type="none"/>
            <a:tailEnd len="med" w="med" type="triangle"/>
          </a:ln>
        </p:spPr>
      </p:cxnSp>
      <p:cxnSp>
        <p:nvCxnSpPr>
          <p:cNvPr id="1170" name="Google Shape;1170;p89"/>
          <p:cNvCxnSpPr>
            <a:stCxn id="1157" idx="3"/>
            <a:endCxn id="1158" idx="2"/>
          </p:cNvCxnSpPr>
          <p:nvPr/>
        </p:nvCxnSpPr>
        <p:spPr>
          <a:xfrm>
            <a:off x="4870150" y="2689375"/>
            <a:ext cx="1670700" cy="190800"/>
          </a:xfrm>
          <a:prstGeom prst="straightConnector1">
            <a:avLst/>
          </a:prstGeom>
          <a:noFill/>
          <a:ln cap="flat" cmpd="sng" w="19050">
            <a:solidFill>
              <a:srgbClr val="FF0000"/>
            </a:solidFill>
            <a:prstDash val="dashDot"/>
            <a:round/>
            <a:headEnd len="med" w="med" type="none"/>
            <a:tailEnd len="med" w="med" type="triangle"/>
          </a:ln>
        </p:spPr>
      </p:cxnSp>
      <p:cxnSp>
        <p:nvCxnSpPr>
          <p:cNvPr id="1171" name="Google Shape;1171;p89"/>
          <p:cNvCxnSpPr>
            <a:stCxn id="1160" idx="3"/>
            <a:endCxn id="1158" idx="2"/>
          </p:cNvCxnSpPr>
          <p:nvPr/>
        </p:nvCxnSpPr>
        <p:spPr>
          <a:xfrm flipH="1" rot="10800000">
            <a:off x="4870150" y="2880125"/>
            <a:ext cx="1670700" cy="999900"/>
          </a:xfrm>
          <a:prstGeom prst="straightConnector1">
            <a:avLst/>
          </a:prstGeom>
          <a:noFill/>
          <a:ln cap="flat" cmpd="sng" w="19050">
            <a:solidFill>
              <a:srgbClr val="FF0000"/>
            </a:solidFill>
            <a:prstDash val="dashDot"/>
            <a:round/>
            <a:headEnd len="med" w="med" type="none"/>
            <a:tailEnd len="med" w="med" type="triangle"/>
          </a:ln>
        </p:spPr>
      </p:cxnSp>
      <p:cxnSp>
        <p:nvCxnSpPr>
          <p:cNvPr id="1172" name="Google Shape;1172;p89"/>
          <p:cNvCxnSpPr>
            <a:stCxn id="1153" idx="0"/>
            <a:endCxn id="1157" idx="1"/>
          </p:cNvCxnSpPr>
          <p:nvPr/>
        </p:nvCxnSpPr>
        <p:spPr>
          <a:xfrm flipH="1" rot="10800000">
            <a:off x="1079550" y="2689500"/>
            <a:ext cx="2933100" cy="1258500"/>
          </a:xfrm>
          <a:prstGeom prst="straightConnector1">
            <a:avLst/>
          </a:prstGeom>
          <a:noFill/>
          <a:ln cap="flat" cmpd="sng" w="19050">
            <a:solidFill>
              <a:srgbClr val="FF0000"/>
            </a:solidFill>
            <a:prstDash val="dashDot"/>
            <a:round/>
            <a:headEnd len="med" w="med"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9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Etude de cas : </a:t>
            </a:r>
            <a:endParaRPr/>
          </a:p>
        </p:txBody>
      </p:sp>
      <p:sp>
        <p:nvSpPr>
          <p:cNvPr id="1178" name="Google Shape;1178;p9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Dans le cadre de votre entreprise, selectionnez des données que vous utilisez couramment, susceptibles d’être utilisées et transformées jusqu’en données synthétiques pouvant jouer dans un contexte gouvernemental.</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9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Conclusion</a:t>
            </a:r>
            <a:endParaRPr/>
          </a:p>
        </p:txBody>
      </p:sp>
      <p:pic>
        <p:nvPicPr>
          <p:cNvPr id="1184" name="Google Shape;1184;p91"/>
          <p:cNvPicPr preferRelativeResize="0"/>
          <p:nvPr/>
        </p:nvPicPr>
        <p:blipFill>
          <a:blip r:embed="rId3">
            <a:alphaModFix/>
          </a:blip>
          <a:stretch>
            <a:fillRect/>
          </a:stretch>
        </p:blipFill>
        <p:spPr>
          <a:xfrm>
            <a:off x="819150" y="1576450"/>
            <a:ext cx="7723956" cy="30385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92"/>
          <p:cNvSpPr txBox="1"/>
          <p:nvPr>
            <p:ph type="title"/>
          </p:nvPr>
        </p:nvSpPr>
        <p:spPr>
          <a:xfrm>
            <a:off x="784850" y="1875000"/>
            <a:ext cx="7505700" cy="139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Fin du cours 1</a:t>
            </a:r>
            <a:endParaRPr/>
          </a:p>
          <a:p>
            <a:pPr indent="0" lvl="0" marL="0" rtl="0" algn="ctr">
              <a:spcBef>
                <a:spcPts val="0"/>
              </a:spcBef>
              <a:spcAft>
                <a:spcPts val="0"/>
              </a:spcAft>
              <a:buNone/>
            </a:pPr>
            <a:r>
              <a:rPr lang="fr"/>
              <a:t>Des questions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93"/>
          <p:cNvSpPr txBox="1"/>
          <p:nvPr>
            <p:ph type="title"/>
          </p:nvPr>
        </p:nvSpPr>
        <p:spPr>
          <a:xfrm>
            <a:off x="203500" y="2065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Projet de matière / Année</a:t>
            </a:r>
            <a:endParaRPr/>
          </a:p>
        </p:txBody>
      </p:sp>
      <p:pic>
        <p:nvPicPr>
          <p:cNvPr id="1195" name="Google Shape;1195;p93"/>
          <p:cNvPicPr preferRelativeResize="0"/>
          <p:nvPr/>
        </p:nvPicPr>
        <p:blipFill>
          <a:blip r:embed="rId3">
            <a:alphaModFix/>
          </a:blip>
          <a:stretch>
            <a:fillRect/>
          </a:stretch>
        </p:blipFill>
        <p:spPr>
          <a:xfrm>
            <a:off x="2477650" y="1075875"/>
            <a:ext cx="4489449" cy="36354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94"/>
          <p:cNvSpPr txBox="1"/>
          <p:nvPr>
            <p:ph type="title"/>
          </p:nvPr>
        </p:nvSpPr>
        <p:spPr>
          <a:xfrm>
            <a:off x="203500" y="2065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Projet de matière / Année</a:t>
            </a:r>
            <a:endParaRPr/>
          </a:p>
        </p:txBody>
      </p:sp>
      <p:pic>
        <p:nvPicPr>
          <p:cNvPr id="1201" name="Google Shape;1201;p94"/>
          <p:cNvPicPr preferRelativeResize="0"/>
          <p:nvPr/>
        </p:nvPicPr>
        <p:blipFill>
          <a:blip r:embed="rId3">
            <a:alphaModFix/>
          </a:blip>
          <a:stretch>
            <a:fillRect/>
          </a:stretch>
        </p:blipFill>
        <p:spPr>
          <a:xfrm>
            <a:off x="2477650" y="1075875"/>
            <a:ext cx="4489449" cy="3635475"/>
          </a:xfrm>
          <a:prstGeom prst="rect">
            <a:avLst/>
          </a:prstGeom>
          <a:noFill/>
          <a:ln>
            <a:noFill/>
          </a:ln>
        </p:spPr>
      </p:pic>
      <p:sp>
        <p:nvSpPr>
          <p:cNvPr id="1202" name="Google Shape;1202;p94"/>
          <p:cNvSpPr/>
          <p:nvPr/>
        </p:nvSpPr>
        <p:spPr>
          <a:xfrm>
            <a:off x="3740725" y="2228850"/>
            <a:ext cx="2197800" cy="1395000"/>
          </a:xfrm>
          <a:prstGeom prst="roundRect">
            <a:avLst>
              <a:gd fmla="val 16667" name="adj"/>
            </a:avLst>
          </a:prstGeom>
          <a:noFill/>
          <a:ln cap="flat" cmpd="sng" w="28575">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03" name="Google Shape;1203;p94"/>
          <p:cNvSpPr txBox="1"/>
          <p:nvPr/>
        </p:nvSpPr>
        <p:spPr>
          <a:xfrm>
            <a:off x="4572000" y="1948300"/>
            <a:ext cx="12861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rgbClr val="FF0000"/>
                </a:solidFill>
                <a:latin typeface="Calibri"/>
                <a:ea typeface="Calibri"/>
                <a:cs typeface="Calibri"/>
                <a:sym typeface="Calibri"/>
              </a:rPr>
              <a:t>1ère année</a:t>
            </a:r>
            <a:endParaRPr b="1" sz="1300">
              <a:solidFill>
                <a:srgbClr val="FF0000"/>
              </a:solidFill>
              <a:latin typeface="Calibri"/>
              <a:ea typeface="Calibri"/>
              <a:cs typeface="Calibri"/>
              <a:sym typeface="Calibri"/>
            </a:endParaRPr>
          </a:p>
          <a:p>
            <a:pPr indent="0" lvl="0" marL="0" rtl="0" algn="l">
              <a:spcBef>
                <a:spcPts val="0"/>
              </a:spcBef>
              <a:spcAft>
                <a:spcPts val="0"/>
              </a:spcAft>
              <a:buNone/>
            </a:pPr>
            <a:r>
              <a:rPr b="1" lang="fr" sz="1300">
                <a:solidFill>
                  <a:srgbClr val="FF0000"/>
                </a:solidFill>
                <a:latin typeface="Calibri"/>
                <a:ea typeface="Calibri"/>
                <a:cs typeface="Calibri"/>
                <a:sym typeface="Calibri"/>
              </a:rPr>
              <a:t>Gouvernance IT</a:t>
            </a:r>
            <a:endParaRPr b="1" sz="1300">
              <a:solidFill>
                <a:srgbClr val="FF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95"/>
          <p:cNvSpPr txBox="1"/>
          <p:nvPr>
            <p:ph type="title"/>
          </p:nvPr>
        </p:nvSpPr>
        <p:spPr>
          <a:xfrm>
            <a:off x="203500" y="2065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Projet de matière / Année</a:t>
            </a:r>
            <a:endParaRPr/>
          </a:p>
        </p:txBody>
      </p:sp>
      <p:pic>
        <p:nvPicPr>
          <p:cNvPr id="1209" name="Google Shape;1209;p95"/>
          <p:cNvPicPr preferRelativeResize="0"/>
          <p:nvPr/>
        </p:nvPicPr>
        <p:blipFill>
          <a:blip r:embed="rId3">
            <a:alphaModFix/>
          </a:blip>
          <a:stretch>
            <a:fillRect/>
          </a:stretch>
        </p:blipFill>
        <p:spPr>
          <a:xfrm>
            <a:off x="2477650" y="1075875"/>
            <a:ext cx="4489449" cy="3635475"/>
          </a:xfrm>
          <a:prstGeom prst="rect">
            <a:avLst/>
          </a:prstGeom>
          <a:noFill/>
          <a:ln>
            <a:noFill/>
          </a:ln>
        </p:spPr>
      </p:pic>
      <p:sp>
        <p:nvSpPr>
          <p:cNvPr id="1210" name="Google Shape;1210;p95"/>
          <p:cNvSpPr/>
          <p:nvPr/>
        </p:nvSpPr>
        <p:spPr>
          <a:xfrm>
            <a:off x="3740725" y="2228850"/>
            <a:ext cx="2197800" cy="1395000"/>
          </a:xfrm>
          <a:prstGeom prst="roundRect">
            <a:avLst>
              <a:gd fmla="val 16667" name="adj"/>
            </a:avLst>
          </a:prstGeom>
          <a:noFill/>
          <a:ln cap="flat" cmpd="sng" w="28575">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11" name="Google Shape;1211;p95"/>
          <p:cNvSpPr/>
          <p:nvPr/>
        </p:nvSpPr>
        <p:spPr>
          <a:xfrm>
            <a:off x="2420200" y="1075875"/>
            <a:ext cx="4546800" cy="3568800"/>
          </a:xfrm>
          <a:prstGeom prst="roundRect">
            <a:avLst>
              <a:gd fmla="val 16667" name="adj"/>
            </a:avLst>
          </a:prstGeom>
          <a:noFill/>
          <a:ln cap="flat" cmpd="sng" w="28575">
            <a:solidFill>
              <a:schemeClr val="accent6"/>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12" name="Google Shape;1212;p95"/>
          <p:cNvSpPr txBox="1"/>
          <p:nvPr/>
        </p:nvSpPr>
        <p:spPr>
          <a:xfrm>
            <a:off x="4572000" y="1948300"/>
            <a:ext cx="12861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rgbClr val="FF0000"/>
                </a:solidFill>
                <a:latin typeface="Calibri"/>
                <a:ea typeface="Calibri"/>
                <a:cs typeface="Calibri"/>
                <a:sym typeface="Calibri"/>
              </a:rPr>
              <a:t>1ère année</a:t>
            </a:r>
            <a:endParaRPr b="1" sz="1300">
              <a:solidFill>
                <a:srgbClr val="FF0000"/>
              </a:solidFill>
              <a:latin typeface="Calibri"/>
              <a:ea typeface="Calibri"/>
              <a:cs typeface="Calibri"/>
              <a:sym typeface="Calibri"/>
            </a:endParaRPr>
          </a:p>
          <a:p>
            <a:pPr indent="0" lvl="0" marL="0" rtl="0" algn="l">
              <a:spcBef>
                <a:spcPts val="0"/>
              </a:spcBef>
              <a:spcAft>
                <a:spcPts val="0"/>
              </a:spcAft>
              <a:buNone/>
            </a:pPr>
            <a:r>
              <a:rPr b="1" lang="fr" sz="1300">
                <a:solidFill>
                  <a:srgbClr val="FF0000"/>
                </a:solidFill>
                <a:latin typeface="Calibri"/>
                <a:ea typeface="Calibri"/>
                <a:cs typeface="Calibri"/>
                <a:sym typeface="Calibri"/>
              </a:rPr>
              <a:t>Gouvernance IT</a:t>
            </a:r>
            <a:endParaRPr b="1" sz="1300">
              <a:solidFill>
                <a:srgbClr val="FF0000"/>
              </a:solidFill>
              <a:latin typeface="Calibri"/>
              <a:ea typeface="Calibri"/>
              <a:cs typeface="Calibri"/>
              <a:sym typeface="Calibri"/>
            </a:endParaRPr>
          </a:p>
        </p:txBody>
      </p:sp>
      <p:sp>
        <p:nvSpPr>
          <p:cNvPr id="1213" name="Google Shape;1213;p95"/>
          <p:cNvSpPr txBox="1"/>
          <p:nvPr/>
        </p:nvSpPr>
        <p:spPr>
          <a:xfrm>
            <a:off x="5255700" y="793725"/>
            <a:ext cx="12861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accent6"/>
                </a:solidFill>
                <a:latin typeface="Calibri"/>
                <a:ea typeface="Calibri"/>
                <a:cs typeface="Calibri"/>
                <a:sym typeface="Calibri"/>
              </a:rPr>
              <a:t>2ème</a:t>
            </a:r>
            <a:r>
              <a:rPr b="1" lang="fr" sz="1300">
                <a:solidFill>
                  <a:schemeClr val="accent6"/>
                </a:solidFill>
                <a:latin typeface="Calibri"/>
                <a:ea typeface="Calibri"/>
                <a:cs typeface="Calibri"/>
                <a:sym typeface="Calibri"/>
              </a:rPr>
              <a:t> année</a:t>
            </a:r>
            <a:endParaRPr b="1" sz="1300">
              <a:solidFill>
                <a:schemeClr val="accent6"/>
              </a:solidFill>
              <a:latin typeface="Calibri"/>
              <a:ea typeface="Calibri"/>
              <a:cs typeface="Calibri"/>
              <a:sym typeface="Calibri"/>
            </a:endParaRPr>
          </a:p>
          <a:p>
            <a:pPr indent="0" lvl="0" marL="0" rtl="0" algn="l">
              <a:spcBef>
                <a:spcPts val="0"/>
              </a:spcBef>
              <a:spcAft>
                <a:spcPts val="0"/>
              </a:spcAft>
              <a:buNone/>
            </a:pPr>
            <a:r>
              <a:rPr b="1" lang="fr" sz="1300">
                <a:solidFill>
                  <a:schemeClr val="accent6"/>
                </a:solidFill>
                <a:latin typeface="Calibri"/>
                <a:ea typeface="Calibri"/>
                <a:cs typeface="Calibri"/>
                <a:sym typeface="Calibri"/>
              </a:rPr>
              <a:t>Méthode AGILE</a:t>
            </a:r>
            <a:endParaRPr b="1" sz="1300">
              <a:solidFill>
                <a:schemeClr val="accent6"/>
              </a:solidFill>
              <a:latin typeface="Calibri"/>
              <a:ea typeface="Calibri"/>
              <a:cs typeface="Calibri"/>
              <a:sym typeface="Calibri"/>
            </a:endParaRPr>
          </a:p>
        </p:txBody>
      </p:sp>
      <p:sp>
        <p:nvSpPr>
          <p:cNvPr id="1214" name="Google Shape;1214;p95"/>
          <p:cNvSpPr txBox="1"/>
          <p:nvPr/>
        </p:nvSpPr>
        <p:spPr>
          <a:xfrm>
            <a:off x="7119300" y="3737050"/>
            <a:ext cx="1739100" cy="109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dk2"/>
                </a:solidFill>
                <a:latin typeface="Calibri"/>
                <a:ea typeface="Calibri"/>
                <a:cs typeface="Calibri"/>
                <a:sym typeface="Calibri"/>
              </a:rPr>
              <a:t>SIFC-08 :</a:t>
            </a:r>
            <a:endParaRPr b="1" sz="1300">
              <a:solidFill>
                <a:schemeClr val="dk2"/>
              </a:solidFill>
              <a:latin typeface="Calibri"/>
              <a:ea typeface="Calibri"/>
              <a:cs typeface="Calibri"/>
              <a:sym typeface="Calibri"/>
            </a:endParaRPr>
          </a:p>
          <a:p>
            <a:pPr indent="0" lvl="0" marL="0" rtl="0" algn="l">
              <a:spcBef>
                <a:spcPts val="0"/>
              </a:spcBef>
              <a:spcAft>
                <a:spcPts val="0"/>
              </a:spcAft>
              <a:buNone/>
            </a:pPr>
            <a:r>
              <a:rPr b="1" lang="fr" sz="1300">
                <a:solidFill>
                  <a:schemeClr val="dk2"/>
                </a:solidFill>
                <a:latin typeface="Calibri"/>
                <a:ea typeface="Calibri"/>
                <a:cs typeface="Calibri"/>
                <a:sym typeface="Calibri"/>
              </a:rPr>
              <a:t>Présentation </a:t>
            </a:r>
            <a:endParaRPr b="1" sz="1300">
              <a:solidFill>
                <a:schemeClr val="dk2"/>
              </a:solidFill>
              <a:latin typeface="Calibri"/>
              <a:ea typeface="Calibri"/>
              <a:cs typeface="Calibri"/>
              <a:sym typeface="Calibri"/>
            </a:endParaRPr>
          </a:p>
          <a:p>
            <a:pPr indent="0" lvl="0" marL="0" rtl="0" algn="l">
              <a:spcBef>
                <a:spcPts val="0"/>
              </a:spcBef>
              <a:spcAft>
                <a:spcPts val="0"/>
              </a:spcAft>
              <a:buNone/>
            </a:pPr>
            <a:r>
              <a:rPr b="1" lang="fr" sz="1300">
                <a:solidFill>
                  <a:schemeClr val="dk2"/>
                </a:solidFill>
                <a:latin typeface="Calibri"/>
                <a:ea typeface="Calibri"/>
                <a:cs typeface="Calibri"/>
                <a:sym typeface="Calibri"/>
              </a:rPr>
              <a:t>2 décembre 2026</a:t>
            </a:r>
            <a:endParaRPr b="1" sz="13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